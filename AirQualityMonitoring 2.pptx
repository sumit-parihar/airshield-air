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65" r:id="rId3"/>
    <p:sldId id="276" r:id="rId4"/>
    <p:sldId id="277" r:id="rId5"/>
    <p:sldId id="281" r:id="rId6"/>
    <p:sldId id="279" r:id="rId7"/>
    <p:sldId id="272" r:id="rId8"/>
    <p:sldId id="280" r:id="rId9"/>
    <p:sldId id="283" r:id="rId10"/>
    <p:sldId id="269" r:id="rId11"/>
    <p:sldId id="28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8E7F"/>
    <a:srgbClr val="88AA6C"/>
    <a:srgbClr val="56991D"/>
    <a:srgbClr val="CBC11E"/>
    <a:srgbClr val="E76F51"/>
    <a:srgbClr val="ECFDF5"/>
    <a:srgbClr val="EFF6FF"/>
    <a:srgbClr val="457B9D"/>
    <a:srgbClr val="C6D7E1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i ." userId="de30afbb9be0ac2f" providerId="LiveId" clId="{3DA55A89-BC9A-49CD-ACB6-1E117B35CED8}"/>
    <pc:docChg chg="modSld sldOrd">
      <pc:chgData name="Akshii ." userId="de30afbb9be0ac2f" providerId="LiveId" clId="{3DA55A89-BC9A-49CD-ACB6-1E117B35CED8}" dt="2026-03-20T07:13:47.736" v="2" actId="20577"/>
      <pc:docMkLst>
        <pc:docMk/>
      </pc:docMkLst>
      <pc:sldChg chg="modSp mod">
        <pc:chgData name="Akshii ." userId="de30afbb9be0ac2f" providerId="LiveId" clId="{3DA55A89-BC9A-49CD-ACB6-1E117B35CED8}" dt="2026-03-20T07:13:47.736" v="2" actId="20577"/>
        <pc:sldMkLst>
          <pc:docMk/>
          <pc:sldMk cId="2498221076" sldId="274"/>
        </pc:sldMkLst>
        <pc:spChg chg="mod">
          <ac:chgData name="Akshii ." userId="de30afbb9be0ac2f" providerId="LiveId" clId="{3DA55A89-BC9A-49CD-ACB6-1E117B35CED8}" dt="2026-03-20T07:13:47.736" v="2" actId="20577"/>
          <ac:spMkLst>
            <pc:docMk/>
            <pc:sldMk cId="2498221076" sldId="274"/>
            <ac:spMk id="3" creationId="{AC360714-6546-8627-1663-9B2F692BCB64}"/>
          </ac:spMkLst>
        </pc:spChg>
      </pc:sldChg>
      <pc:sldChg chg="ord">
        <pc:chgData name="Akshii ." userId="de30afbb9be0ac2f" providerId="LiveId" clId="{3DA55A89-BC9A-49CD-ACB6-1E117B35CED8}" dt="2026-03-20T06:24:06.806" v="1"/>
        <pc:sldMkLst>
          <pc:docMk/>
          <pc:sldMk cId="3461239487" sldId="28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A97480-6BA8-4F58-A43C-1C8FD9E776D4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CF40CC0-D03E-45E6-B185-8040BDE72E94}">
      <dgm:prSet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Design and implement</a:t>
          </a:r>
        </a:p>
      </dgm:t>
    </dgm:pt>
    <dgm:pt modelId="{DEA74E08-B8B2-4B01-811D-840203403A65}" type="parTrans" cxnId="{A026C279-22AC-4BAA-9EE4-A51E00B9BA71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79FE6D-7568-4607-9059-342436CE45DE}" type="sibTrans" cxnId="{A026C279-22AC-4BAA-9EE4-A51E00B9BA71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B32BB9-E3C0-439D-899D-75C2914AAC30}">
      <dgm:prSet custT="1"/>
      <dgm:spPr/>
      <dgm:t>
        <a:bodyPr/>
        <a:lstStyle/>
        <a:p>
          <a:pPr algn="just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To design and implement </a:t>
          </a:r>
          <a:r>
            <a:rPr lang="en-US" sz="1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AirShield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, an IoT-based indoor air quality monitoring system for classrooms, hostels, and small indoor spaces.</a:t>
          </a:r>
        </a:p>
      </dgm:t>
    </dgm:pt>
    <dgm:pt modelId="{E1CB256F-CA13-46EA-BEBB-F82F485F9506}" type="parTrans" cxnId="{E2243088-3CF7-4EC3-9FA2-7216E31C9CE9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1D4993-2E7F-4D6B-9FF9-8A35373114B2}" type="sibTrans" cxnId="{E2243088-3CF7-4EC3-9FA2-7216E31C9CE9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2D13C2-82A5-408C-8803-D41CABDF8E20}">
      <dgm:prSet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Measure</a:t>
          </a:r>
        </a:p>
      </dgm:t>
    </dgm:pt>
    <dgm:pt modelId="{E8DD6F8E-40CD-4581-B4AC-8DD66B4D9543}" type="parTrans" cxnId="{62609E6E-FAEC-4D59-A0AC-250D4077516A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26F63A-369E-4F50-9579-8BA7876122FE}" type="sibTrans" cxnId="{62609E6E-FAEC-4D59-A0AC-250D4077516A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59662B2-D62B-498B-963C-2AE386B8DE17}">
      <dgm:prSet custT="1"/>
      <dgm:spPr/>
      <dgm:t>
        <a:bodyPr/>
        <a:lstStyle/>
        <a:p>
          <a:pPr algn="just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To continuously measure key parameters: CO₂, PM2.5, VOCs, temperature, and humidity.</a:t>
          </a:r>
        </a:p>
      </dgm:t>
    </dgm:pt>
    <dgm:pt modelId="{098CD770-49DC-448F-BDF6-67DA0C1BE808}" type="parTrans" cxnId="{98E3DE0C-1F92-4871-86B3-700B36FDE1FE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D8B7D8-2151-4309-9596-7901D8923803}" type="sibTrans" cxnId="{98E3DE0C-1F92-4871-86B3-700B36FDE1FE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ABEF333-5B17-4352-BB83-E34501C070C2}">
      <dgm:prSet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Provide</a:t>
          </a:r>
        </a:p>
      </dgm:t>
    </dgm:pt>
    <dgm:pt modelId="{A6A02BF7-3E95-47DD-BD77-9803C73E00BA}" type="parTrans" cxnId="{1219CF2A-583E-459A-8959-812CB52093FB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8416C5-09C9-49FA-A976-C46C3CBED8AA}" type="sibTrans" cxnId="{1219CF2A-583E-459A-8959-812CB52093FB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750BAF-3B85-45A8-BD42-979465A2024F}">
      <dgm:prSet custT="1"/>
      <dgm:spPr/>
      <dgm:t>
        <a:bodyPr/>
        <a:lstStyle/>
        <a:p>
          <a:pPr algn="just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To provide threshold-based alerts through LEDs, buzzers, and SMS/Telegram notifications when air quality is unsafe.</a:t>
          </a:r>
        </a:p>
      </dgm:t>
    </dgm:pt>
    <dgm:pt modelId="{04086457-739A-47B4-986F-3539F0C21863}" type="parTrans" cxnId="{2256B869-3230-427B-B477-A0478254EBEA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5B50CA-3895-4F4E-8953-CDE2B32FF371}" type="sibTrans" cxnId="{2256B869-3230-427B-B477-A0478254EBEA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99299C-A5C2-4A27-8824-55F0F0862F7F}">
      <dgm:prSet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Display</a:t>
          </a:r>
        </a:p>
      </dgm:t>
    </dgm:pt>
    <dgm:pt modelId="{66796E2D-CA8B-4831-8FA4-ED3E118D4C73}" type="parTrans" cxnId="{0BCF9A3A-0FAA-4301-8851-BF7E80F4E4F7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D46BA9-7CE1-4A40-92B8-951430BC13C1}" type="sibTrans" cxnId="{0BCF9A3A-0FAA-4301-8851-BF7E80F4E4F7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E7CB06-6FF3-4E9B-AE68-4CC3CBCE2FAB}">
      <dgm:prSet custT="1"/>
      <dgm:spPr/>
      <dgm:t>
        <a:bodyPr/>
        <a:lstStyle/>
        <a:p>
          <a:pPr algn="just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To display real-time data and historical trends on an interactive dashboard for easy monitoring.</a:t>
          </a:r>
        </a:p>
      </dgm:t>
    </dgm:pt>
    <dgm:pt modelId="{A650DA56-F45B-4125-9E1D-D73E9A52AE24}" type="parTrans" cxnId="{AC1A734B-15B3-4AF4-B169-E25A1E884870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7C2624-F7D0-47B8-8D6F-0908D7FA00F0}" type="sibTrans" cxnId="{AC1A734B-15B3-4AF4-B169-E25A1E884870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1527EE-2312-4702-BF97-3AB73A923ED3}" type="pres">
      <dgm:prSet presAssocID="{CEA97480-6BA8-4F58-A43C-1C8FD9E776D4}" presName="Name0" presStyleCnt="0">
        <dgm:presLayoutVars>
          <dgm:dir/>
          <dgm:animLvl val="lvl"/>
          <dgm:resizeHandles val="exact"/>
        </dgm:presLayoutVars>
      </dgm:prSet>
      <dgm:spPr/>
    </dgm:pt>
    <dgm:pt modelId="{12D6C118-EE3D-4584-8727-9431C0ADA47E}" type="pres">
      <dgm:prSet presAssocID="{9CF40CC0-D03E-45E6-B185-8040BDE72E94}" presName="linNode" presStyleCnt="0"/>
      <dgm:spPr/>
    </dgm:pt>
    <dgm:pt modelId="{4163FA11-8101-4552-89FA-EE99F192E05E}" type="pres">
      <dgm:prSet presAssocID="{9CF40CC0-D03E-45E6-B185-8040BDE72E94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1D9CE3EA-0FDB-47C1-8646-F1004C195C19}" type="pres">
      <dgm:prSet presAssocID="{9CF40CC0-D03E-45E6-B185-8040BDE72E94}" presName="descendantText" presStyleLbl="alignAccFollowNode1" presStyleIdx="0" presStyleCnt="4">
        <dgm:presLayoutVars>
          <dgm:bulletEnabled/>
        </dgm:presLayoutVars>
      </dgm:prSet>
      <dgm:spPr/>
    </dgm:pt>
    <dgm:pt modelId="{F04C38B6-B06F-45B5-B535-9E28D2DF4084}" type="pres">
      <dgm:prSet presAssocID="{8379FE6D-7568-4607-9059-342436CE45DE}" presName="sp" presStyleCnt="0"/>
      <dgm:spPr/>
    </dgm:pt>
    <dgm:pt modelId="{CAC774A0-3152-47B7-8516-0CCB9E3C1E4A}" type="pres">
      <dgm:prSet presAssocID="{592D13C2-82A5-408C-8803-D41CABDF8E20}" presName="linNode" presStyleCnt="0"/>
      <dgm:spPr/>
    </dgm:pt>
    <dgm:pt modelId="{AFEEC447-8143-4CBF-9628-3995BD340322}" type="pres">
      <dgm:prSet presAssocID="{592D13C2-82A5-408C-8803-D41CABDF8E20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EE918686-2F9F-4744-B407-C630AFE46284}" type="pres">
      <dgm:prSet presAssocID="{592D13C2-82A5-408C-8803-D41CABDF8E20}" presName="descendantText" presStyleLbl="alignAccFollowNode1" presStyleIdx="1" presStyleCnt="4">
        <dgm:presLayoutVars>
          <dgm:bulletEnabled/>
        </dgm:presLayoutVars>
      </dgm:prSet>
      <dgm:spPr/>
    </dgm:pt>
    <dgm:pt modelId="{922DE840-1614-421A-B4AD-268DE00CBF92}" type="pres">
      <dgm:prSet presAssocID="{E726F63A-369E-4F50-9579-8BA7876122FE}" presName="sp" presStyleCnt="0"/>
      <dgm:spPr/>
    </dgm:pt>
    <dgm:pt modelId="{3D25816C-6A2F-47C5-B7E8-BBFE4A64BD4E}" type="pres">
      <dgm:prSet presAssocID="{FABEF333-5B17-4352-BB83-E34501C070C2}" presName="linNode" presStyleCnt="0"/>
      <dgm:spPr/>
    </dgm:pt>
    <dgm:pt modelId="{121C7491-40E3-48A3-ACB6-0590BA1DA220}" type="pres">
      <dgm:prSet presAssocID="{FABEF333-5B17-4352-BB83-E34501C070C2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6D6AA219-506C-4424-BE6D-93A753957172}" type="pres">
      <dgm:prSet presAssocID="{FABEF333-5B17-4352-BB83-E34501C070C2}" presName="descendantText" presStyleLbl="alignAccFollowNode1" presStyleIdx="2" presStyleCnt="4">
        <dgm:presLayoutVars>
          <dgm:bulletEnabled/>
        </dgm:presLayoutVars>
      </dgm:prSet>
      <dgm:spPr/>
    </dgm:pt>
    <dgm:pt modelId="{0553B1C8-E00B-4888-B6FE-72804E55AAC0}" type="pres">
      <dgm:prSet presAssocID="{4B8416C5-09C9-49FA-A976-C46C3CBED8AA}" presName="sp" presStyleCnt="0"/>
      <dgm:spPr/>
    </dgm:pt>
    <dgm:pt modelId="{CFFC3EFE-CE84-4A00-8382-E213F63A89F2}" type="pres">
      <dgm:prSet presAssocID="{D699299C-A5C2-4A27-8824-55F0F0862F7F}" presName="linNode" presStyleCnt="0"/>
      <dgm:spPr/>
    </dgm:pt>
    <dgm:pt modelId="{CDEC5814-6C6F-470E-AD59-959801C1A5C0}" type="pres">
      <dgm:prSet presAssocID="{D699299C-A5C2-4A27-8824-55F0F0862F7F}" presName="parentText" presStyleLbl="alignNode1" presStyleIdx="3" presStyleCnt="4" custLinFactNeighborY="1355">
        <dgm:presLayoutVars>
          <dgm:chMax val="1"/>
          <dgm:bulletEnabled/>
        </dgm:presLayoutVars>
      </dgm:prSet>
      <dgm:spPr/>
    </dgm:pt>
    <dgm:pt modelId="{A5C9F9D8-2DAF-4F34-A120-2C99A5A11667}" type="pres">
      <dgm:prSet presAssocID="{D699299C-A5C2-4A27-8824-55F0F0862F7F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B7B95D03-297C-42D3-9901-A4B7FA3D063C}" type="presOf" srcId="{85750BAF-3B85-45A8-BD42-979465A2024F}" destId="{6D6AA219-506C-4424-BE6D-93A753957172}" srcOrd="0" destOrd="0" presId="urn:microsoft.com/office/officeart/2016/7/layout/VerticalSolidActionList"/>
    <dgm:cxn modelId="{98E3DE0C-1F92-4871-86B3-700B36FDE1FE}" srcId="{592D13C2-82A5-408C-8803-D41CABDF8E20}" destId="{659662B2-D62B-498B-963C-2AE386B8DE17}" srcOrd="0" destOrd="0" parTransId="{098CD770-49DC-448F-BDF6-67DA0C1BE808}" sibTransId="{9BD8B7D8-2151-4309-9596-7901D8923803}"/>
    <dgm:cxn modelId="{90987827-F5C8-4636-B808-2917CFD8A1AE}" type="presOf" srcId="{9CF40CC0-D03E-45E6-B185-8040BDE72E94}" destId="{4163FA11-8101-4552-89FA-EE99F192E05E}" srcOrd="0" destOrd="0" presId="urn:microsoft.com/office/officeart/2016/7/layout/VerticalSolidActionList"/>
    <dgm:cxn modelId="{1219CF2A-583E-459A-8959-812CB52093FB}" srcId="{CEA97480-6BA8-4F58-A43C-1C8FD9E776D4}" destId="{FABEF333-5B17-4352-BB83-E34501C070C2}" srcOrd="2" destOrd="0" parTransId="{A6A02BF7-3E95-47DD-BD77-9803C73E00BA}" sibTransId="{4B8416C5-09C9-49FA-A976-C46C3CBED8AA}"/>
    <dgm:cxn modelId="{D4CD3F2C-DA93-475C-AA09-6D75DB0A9C25}" type="presOf" srcId="{592D13C2-82A5-408C-8803-D41CABDF8E20}" destId="{AFEEC447-8143-4CBF-9628-3995BD340322}" srcOrd="0" destOrd="0" presId="urn:microsoft.com/office/officeart/2016/7/layout/VerticalSolidActionList"/>
    <dgm:cxn modelId="{97F19837-FE6F-4F98-8EDE-089673B31EF2}" type="presOf" srcId="{CEA97480-6BA8-4F58-A43C-1C8FD9E776D4}" destId="{4F1527EE-2312-4702-BF97-3AB73A923ED3}" srcOrd="0" destOrd="0" presId="urn:microsoft.com/office/officeart/2016/7/layout/VerticalSolidActionList"/>
    <dgm:cxn modelId="{0BCF9A3A-0FAA-4301-8851-BF7E80F4E4F7}" srcId="{CEA97480-6BA8-4F58-A43C-1C8FD9E776D4}" destId="{D699299C-A5C2-4A27-8824-55F0F0862F7F}" srcOrd="3" destOrd="0" parTransId="{66796E2D-CA8B-4831-8FA4-ED3E118D4C73}" sibTransId="{12D46BA9-7CE1-4A40-92B8-951430BC13C1}"/>
    <dgm:cxn modelId="{7A6AA73E-680D-4CEA-BE55-F9581C23A10B}" type="presOf" srcId="{659662B2-D62B-498B-963C-2AE386B8DE17}" destId="{EE918686-2F9F-4744-B407-C630AFE46284}" srcOrd="0" destOrd="0" presId="urn:microsoft.com/office/officeart/2016/7/layout/VerticalSolidActionList"/>
    <dgm:cxn modelId="{2256B869-3230-427B-B477-A0478254EBEA}" srcId="{FABEF333-5B17-4352-BB83-E34501C070C2}" destId="{85750BAF-3B85-45A8-BD42-979465A2024F}" srcOrd="0" destOrd="0" parTransId="{04086457-739A-47B4-986F-3539F0C21863}" sibTransId="{1D5B50CA-3895-4F4E-8953-CDE2B32FF371}"/>
    <dgm:cxn modelId="{AC1A734B-15B3-4AF4-B169-E25A1E884870}" srcId="{D699299C-A5C2-4A27-8824-55F0F0862F7F}" destId="{4EE7CB06-6FF3-4E9B-AE68-4CC3CBCE2FAB}" srcOrd="0" destOrd="0" parTransId="{A650DA56-F45B-4125-9E1D-D73E9A52AE24}" sibTransId="{C77C2624-F7D0-47B8-8D6F-0908D7FA00F0}"/>
    <dgm:cxn modelId="{62609E6E-FAEC-4D59-A0AC-250D4077516A}" srcId="{CEA97480-6BA8-4F58-A43C-1C8FD9E776D4}" destId="{592D13C2-82A5-408C-8803-D41CABDF8E20}" srcOrd="1" destOrd="0" parTransId="{E8DD6F8E-40CD-4581-B4AC-8DD66B4D9543}" sibTransId="{E726F63A-369E-4F50-9579-8BA7876122FE}"/>
    <dgm:cxn modelId="{A026C279-22AC-4BAA-9EE4-A51E00B9BA71}" srcId="{CEA97480-6BA8-4F58-A43C-1C8FD9E776D4}" destId="{9CF40CC0-D03E-45E6-B185-8040BDE72E94}" srcOrd="0" destOrd="0" parTransId="{DEA74E08-B8B2-4B01-811D-840203403A65}" sibTransId="{8379FE6D-7568-4607-9059-342436CE45DE}"/>
    <dgm:cxn modelId="{E2243088-3CF7-4EC3-9FA2-7216E31C9CE9}" srcId="{9CF40CC0-D03E-45E6-B185-8040BDE72E94}" destId="{B1B32BB9-E3C0-439D-899D-75C2914AAC30}" srcOrd="0" destOrd="0" parTransId="{E1CB256F-CA13-46EA-BEBB-F82F485F9506}" sibTransId="{641D4993-2E7F-4D6B-9FF9-8A35373114B2}"/>
    <dgm:cxn modelId="{C73A8399-92C3-4F36-8568-D1A2B9A155A7}" type="presOf" srcId="{B1B32BB9-E3C0-439D-899D-75C2914AAC30}" destId="{1D9CE3EA-0FDB-47C1-8646-F1004C195C19}" srcOrd="0" destOrd="0" presId="urn:microsoft.com/office/officeart/2016/7/layout/VerticalSolidActionList"/>
    <dgm:cxn modelId="{722E6CA1-3CC9-44D0-B0BB-759F4AF11C08}" type="presOf" srcId="{FABEF333-5B17-4352-BB83-E34501C070C2}" destId="{121C7491-40E3-48A3-ACB6-0590BA1DA220}" srcOrd="0" destOrd="0" presId="urn:microsoft.com/office/officeart/2016/7/layout/VerticalSolidActionList"/>
    <dgm:cxn modelId="{A26910A3-AF96-44F9-9D6A-F9757EFCDE36}" type="presOf" srcId="{D699299C-A5C2-4A27-8824-55F0F0862F7F}" destId="{CDEC5814-6C6F-470E-AD59-959801C1A5C0}" srcOrd="0" destOrd="0" presId="urn:microsoft.com/office/officeart/2016/7/layout/VerticalSolidActionList"/>
    <dgm:cxn modelId="{FAB9B7AE-C829-46C1-AB2F-7D4027373CED}" type="presOf" srcId="{4EE7CB06-6FF3-4E9B-AE68-4CC3CBCE2FAB}" destId="{A5C9F9D8-2DAF-4F34-A120-2C99A5A11667}" srcOrd="0" destOrd="0" presId="urn:microsoft.com/office/officeart/2016/7/layout/VerticalSolidActionList"/>
    <dgm:cxn modelId="{6F2F784A-72B5-4544-9144-51DD208AA2A7}" type="presParOf" srcId="{4F1527EE-2312-4702-BF97-3AB73A923ED3}" destId="{12D6C118-EE3D-4584-8727-9431C0ADA47E}" srcOrd="0" destOrd="0" presId="urn:microsoft.com/office/officeart/2016/7/layout/VerticalSolidActionList"/>
    <dgm:cxn modelId="{8B2F2A89-06B3-4BF6-80EC-97D26F7F5D10}" type="presParOf" srcId="{12D6C118-EE3D-4584-8727-9431C0ADA47E}" destId="{4163FA11-8101-4552-89FA-EE99F192E05E}" srcOrd="0" destOrd="0" presId="urn:microsoft.com/office/officeart/2016/7/layout/VerticalSolidActionList"/>
    <dgm:cxn modelId="{642B8ED6-9373-45D5-817D-3A236A114A4F}" type="presParOf" srcId="{12D6C118-EE3D-4584-8727-9431C0ADA47E}" destId="{1D9CE3EA-0FDB-47C1-8646-F1004C195C19}" srcOrd="1" destOrd="0" presId="urn:microsoft.com/office/officeart/2016/7/layout/VerticalSolidActionList"/>
    <dgm:cxn modelId="{2B8BD709-612A-4F1F-9D13-CE51EA9C6C15}" type="presParOf" srcId="{4F1527EE-2312-4702-BF97-3AB73A923ED3}" destId="{F04C38B6-B06F-45B5-B535-9E28D2DF4084}" srcOrd="1" destOrd="0" presId="urn:microsoft.com/office/officeart/2016/7/layout/VerticalSolidActionList"/>
    <dgm:cxn modelId="{8D9773BF-40DE-439D-9F6F-13845ACBBA91}" type="presParOf" srcId="{4F1527EE-2312-4702-BF97-3AB73A923ED3}" destId="{CAC774A0-3152-47B7-8516-0CCB9E3C1E4A}" srcOrd="2" destOrd="0" presId="urn:microsoft.com/office/officeart/2016/7/layout/VerticalSolidActionList"/>
    <dgm:cxn modelId="{8A97FF93-A867-4413-84C4-B9768694CFFE}" type="presParOf" srcId="{CAC774A0-3152-47B7-8516-0CCB9E3C1E4A}" destId="{AFEEC447-8143-4CBF-9628-3995BD340322}" srcOrd="0" destOrd="0" presId="urn:microsoft.com/office/officeart/2016/7/layout/VerticalSolidActionList"/>
    <dgm:cxn modelId="{8A621F14-C6DA-4278-A643-9A032AA46E96}" type="presParOf" srcId="{CAC774A0-3152-47B7-8516-0CCB9E3C1E4A}" destId="{EE918686-2F9F-4744-B407-C630AFE46284}" srcOrd="1" destOrd="0" presId="urn:microsoft.com/office/officeart/2016/7/layout/VerticalSolidActionList"/>
    <dgm:cxn modelId="{9A99E2BB-1139-46BD-A112-7B43BFB0BC48}" type="presParOf" srcId="{4F1527EE-2312-4702-BF97-3AB73A923ED3}" destId="{922DE840-1614-421A-B4AD-268DE00CBF92}" srcOrd="3" destOrd="0" presId="urn:microsoft.com/office/officeart/2016/7/layout/VerticalSolidActionList"/>
    <dgm:cxn modelId="{E86E00BC-F271-4CAC-B1E2-784A3E7F9CB6}" type="presParOf" srcId="{4F1527EE-2312-4702-BF97-3AB73A923ED3}" destId="{3D25816C-6A2F-47C5-B7E8-BBFE4A64BD4E}" srcOrd="4" destOrd="0" presId="urn:microsoft.com/office/officeart/2016/7/layout/VerticalSolidActionList"/>
    <dgm:cxn modelId="{4CB8F5E0-2DC8-45E3-86BC-D8B1663BF6D8}" type="presParOf" srcId="{3D25816C-6A2F-47C5-B7E8-BBFE4A64BD4E}" destId="{121C7491-40E3-48A3-ACB6-0590BA1DA220}" srcOrd="0" destOrd="0" presId="urn:microsoft.com/office/officeart/2016/7/layout/VerticalSolidActionList"/>
    <dgm:cxn modelId="{465066A3-E407-4727-AB29-C787CBE25FF2}" type="presParOf" srcId="{3D25816C-6A2F-47C5-B7E8-BBFE4A64BD4E}" destId="{6D6AA219-506C-4424-BE6D-93A753957172}" srcOrd="1" destOrd="0" presId="urn:microsoft.com/office/officeart/2016/7/layout/VerticalSolidActionList"/>
    <dgm:cxn modelId="{0386CAFC-B33E-492C-9DB3-85E931CCDEDE}" type="presParOf" srcId="{4F1527EE-2312-4702-BF97-3AB73A923ED3}" destId="{0553B1C8-E00B-4888-B6FE-72804E55AAC0}" srcOrd="5" destOrd="0" presId="urn:microsoft.com/office/officeart/2016/7/layout/VerticalSolidActionList"/>
    <dgm:cxn modelId="{3978F124-F408-4DD6-8B64-EAB9D6B6340B}" type="presParOf" srcId="{4F1527EE-2312-4702-BF97-3AB73A923ED3}" destId="{CFFC3EFE-CE84-4A00-8382-E213F63A89F2}" srcOrd="6" destOrd="0" presId="urn:microsoft.com/office/officeart/2016/7/layout/VerticalSolidActionList"/>
    <dgm:cxn modelId="{C640E2D1-3196-4AFB-821F-87DFDFFD0A2B}" type="presParOf" srcId="{CFFC3EFE-CE84-4A00-8382-E213F63A89F2}" destId="{CDEC5814-6C6F-470E-AD59-959801C1A5C0}" srcOrd="0" destOrd="0" presId="urn:microsoft.com/office/officeart/2016/7/layout/VerticalSolidActionList"/>
    <dgm:cxn modelId="{375F3900-8BAB-4029-81CF-9DE72F30EEA6}" type="presParOf" srcId="{CFFC3EFE-CE84-4A00-8382-E213F63A89F2}" destId="{A5C9F9D8-2DAF-4F34-A120-2C99A5A11667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B9FB8D-F2F6-4413-A861-20A10CF4D30D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6A535538-9430-43D1-855C-1EDCF7F2D157}">
      <dgm:prSet phldrT="[Text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b="0" i="0" u="none" strike="noStrike" cap="none" normalizeH="0" baseline="0">
              <a:effectLst/>
              <a:latin typeface="Arial" panose="020B0604020202020204" pitchFamily="34" charset="0"/>
            </a:rPr>
            <a:t>Problem analysis and literature review completed</a:t>
          </a:r>
          <a:endParaRPr lang="en-IN"/>
        </a:p>
      </dgm:t>
    </dgm:pt>
    <dgm:pt modelId="{8070AB21-58B1-42D1-9849-05F61281A52C}" type="parTrans" cxnId="{0B71A303-5E82-4DB9-BCFF-AAF550808C75}">
      <dgm:prSet/>
      <dgm:spPr/>
      <dgm:t>
        <a:bodyPr/>
        <a:lstStyle/>
        <a:p>
          <a:endParaRPr lang="en-IN"/>
        </a:p>
      </dgm:t>
    </dgm:pt>
    <dgm:pt modelId="{E9AA4321-038A-44D7-A36E-0939E869EFD9}" type="sibTrans" cxnId="{0B71A303-5E82-4DB9-BCFF-AAF550808C75}">
      <dgm:prSet/>
      <dgm:spPr/>
      <dgm:t>
        <a:bodyPr/>
        <a:lstStyle/>
        <a:p>
          <a:endParaRPr lang="en-IN"/>
        </a:p>
      </dgm:t>
    </dgm:pt>
    <dgm:pt modelId="{9DE9E42D-E322-4897-A72E-CA45D22C6938}">
      <dgm:prSet phldrT="[Text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b="0" i="0" u="none" strike="noStrike" cap="none" normalizeH="0" baseline="0">
              <a:effectLst/>
              <a:latin typeface="Arial" panose="020B0604020202020204" pitchFamily="34" charset="0"/>
            </a:rPr>
            <a:t>IAQ parameters finalized</a:t>
          </a:r>
          <a:endParaRPr lang="en-IN"/>
        </a:p>
      </dgm:t>
    </dgm:pt>
    <dgm:pt modelId="{0184BB0A-CD2F-435F-B0D8-43BB8B954B2B}" type="parTrans" cxnId="{824BF012-E69E-4D90-AF96-FF80CF9000DB}">
      <dgm:prSet/>
      <dgm:spPr/>
      <dgm:t>
        <a:bodyPr/>
        <a:lstStyle/>
        <a:p>
          <a:endParaRPr lang="en-IN"/>
        </a:p>
      </dgm:t>
    </dgm:pt>
    <dgm:pt modelId="{64BB8AFD-6ED0-4749-9F68-746C0EDCF843}" type="sibTrans" cxnId="{824BF012-E69E-4D90-AF96-FF80CF9000DB}">
      <dgm:prSet/>
      <dgm:spPr/>
      <dgm:t>
        <a:bodyPr/>
        <a:lstStyle/>
        <a:p>
          <a:endParaRPr lang="en-IN"/>
        </a:p>
      </dgm:t>
    </dgm:pt>
    <dgm:pt modelId="{2402015E-14A5-4323-9DCB-B9C7EBEFA9AF}">
      <dgm:prSet phldrT="[Text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b="0" i="0" u="none" strike="noStrike" cap="none" normalizeH="0" baseline="0">
              <a:effectLst/>
              <a:latin typeface="Arial" panose="020B0604020202020204" pitchFamily="34" charset="0"/>
            </a:rPr>
            <a:t>Sensors and hardware selected</a:t>
          </a:r>
          <a:endParaRPr lang="en-IN"/>
        </a:p>
      </dgm:t>
    </dgm:pt>
    <dgm:pt modelId="{9091073B-D092-4268-B33A-69A4F4A2F378}" type="parTrans" cxnId="{8FD7418F-C895-40BD-8581-ACC00472DC06}">
      <dgm:prSet/>
      <dgm:spPr/>
      <dgm:t>
        <a:bodyPr/>
        <a:lstStyle/>
        <a:p>
          <a:endParaRPr lang="en-IN"/>
        </a:p>
      </dgm:t>
    </dgm:pt>
    <dgm:pt modelId="{DFFA4294-5E72-431E-9448-01E7E7662CB6}" type="sibTrans" cxnId="{8FD7418F-C895-40BD-8581-ACC00472DC06}">
      <dgm:prSet/>
      <dgm:spPr/>
      <dgm:t>
        <a:bodyPr/>
        <a:lstStyle/>
        <a:p>
          <a:endParaRPr lang="en-IN"/>
        </a:p>
      </dgm:t>
    </dgm:pt>
    <dgm:pt modelId="{0CC7281C-412A-472E-A7AB-77C7E2AEEFC8}">
      <dgm:prSet/>
      <dgm:spPr/>
      <dgm:t>
        <a:bodyPr/>
        <a:lstStyle/>
        <a:p>
          <a:r>
            <a:rPr kumimoji="0" lang="en-US" altLang="en-US" b="0" i="0" u="none" strike="noStrike" cap="none" normalizeH="0" baseline="0">
              <a:effectLst/>
              <a:latin typeface="Arial" panose="020B0604020202020204" pitchFamily="34" charset="0"/>
            </a:rPr>
            <a:t>System architecture designed</a:t>
          </a:r>
        </a:p>
      </dgm:t>
    </dgm:pt>
    <dgm:pt modelId="{CEF3ADDD-2D76-4837-963E-A3AFEC647EAD}" type="parTrans" cxnId="{578D164C-7A89-4367-95CC-552E9DEF168C}">
      <dgm:prSet/>
      <dgm:spPr/>
      <dgm:t>
        <a:bodyPr/>
        <a:lstStyle/>
        <a:p>
          <a:endParaRPr lang="en-IN"/>
        </a:p>
      </dgm:t>
    </dgm:pt>
    <dgm:pt modelId="{63B8C3D4-5314-453A-A64F-6479FD987220}" type="sibTrans" cxnId="{578D164C-7A89-4367-95CC-552E9DEF168C}">
      <dgm:prSet/>
      <dgm:spPr/>
      <dgm:t>
        <a:bodyPr/>
        <a:lstStyle/>
        <a:p>
          <a:endParaRPr lang="en-IN"/>
        </a:p>
      </dgm:t>
    </dgm:pt>
    <dgm:pt modelId="{3EC0B629-0544-4D00-8DE1-9AE3E1C4B106}">
      <dgm:prSet/>
      <dgm:spPr/>
      <dgm:t>
        <a:bodyPr/>
        <a:lstStyle/>
        <a:p>
          <a:r>
            <a:rPr kumimoji="0" lang="en-US" altLang="en-US" b="0" i="0" u="none" strike="noStrike" cap="none" normalizeH="0" baseline="0">
              <a:effectLst/>
              <a:latin typeface="Arial" panose="020B0604020202020204" pitchFamily="34" charset="0"/>
            </a:rPr>
            <a:t>Dashboard concept designed</a:t>
          </a:r>
        </a:p>
      </dgm:t>
    </dgm:pt>
    <dgm:pt modelId="{DDC23783-189B-4B53-A853-A1E5E874C297}" type="parTrans" cxnId="{D5F424D3-4468-4555-B401-BA1C765AE2B9}">
      <dgm:prSet/>
      <dgm:spPr/>
      <dgm:t>
        <a:bodyPr/>
        <a:lstStyle/>
        <a:p>
          <a:endParaRPr lang="en-IN"/>
        </a:p>
      </dgm:t>
    </dgm:pt>
    <dgm:pt modelId="{BB4E8674-4D12-44BE-AFCF-1120F5BF2BA9}" type="sibTrans" cxnId="{D5F424D3-4468-4555-B401-BA1C765AE2B9}">
      <dgm:prSet/>
      <dgm:spPr/>
      <dgm:t>
        <a:bodyPr/>
        <a:lstStyle/>
        <a:p>
          <a:endParaRPr lang="en-IN"/>
        </a:p>
      </dgm:t>
    </dgm:pt>
    <dgm:pt modelId="{35FDE234-FC11-4199-A96D-C2FB2D7ECB92}">
      <dgm:prSet/>
      <dgm:spPr/>
      <dgm:t>
        <a:bodyPr/>
        <a:lstStyle/>
        <a:p>
          <a:r>
            <a:rPr kumimoji="0" lang="en-US" altLang="en-US" b="0" i="0" u="none" strike="noStrike" cap="none" normalizeH="0" baseline="0">
              <a:effectLst/>
              <a:latin typeface="Arial" panose="020B0604020202020204" pitchFamily="34" charset="0"/>
            </a:rPr>
            <a:t>Cloud platform studied</a:t>
          </a:r>
        </a:p>
      </dgm:t>
    </dgm:pt>
    <dgm:pt modelId="{743FBD48-C9AE-4055-A2D0-1FC5CD2BC34C}" type="parTrans" cxnId="{2324497B-F520-4DA7-8EEE-6D7BDA2E2B76}">
      <dgm:prSet/>
      <dgm:spPr/>
      <dgm:t>
        <a:bodyPr/>
        <a:lstStyle/>
        <a:p>
          <a:endParaRPr lang="en-IN"/>
        </a:p>
      </dgm:t>
    </dgm:pt>
    <dgm:pt modelId="{84AF215F-D0C8-4855-A33D-37441744CDD6}" type="sibTrans" cxnId="{2324497B-F520-4DA7-8EEE-6D7BDA2E2B76}">
      <dgm:prSet/>
      <dgm:spPr/>
      <dgm:t>
        <a:bodyPr/>
        <a:lstStyle/>
        <a:p>
          <a:endParaRPr lang="en-IN"/>
        </a:p>
      </dgm:t>
    </dgm:pt>
    <dgm:pt modelId="{B8D4C103-16A9-4499-AF7C-92EFA6DB31D7}" type="pres">
      <dgm:prSet presAssocID="{FCB9FB8D-F2F6-4413-A861-20A10CF4D30D}" presName="Name0" presStyleCnt="0">
        <dgm:presLayoutVars>
          <dgm:chMax val="7"/>
          <dgm:chPref val="7"/>
          <dgm:dir/>
        </dgm:presLayoutVars>
      </dgm:prSet>
      <dgm:spPr/>
    </dgm:pt>
    <dgm:pt modelId="{B580C4F4-F768-4E70-A7B6-1960823C1763}" type="pres">
      <dgm:prSet presAssocID="{FCB9FB8D-F2F6-4413-A861-20A10CF4D30D}" presName="Name1" presStyleCnt="0"/>
      <dgm:spPr/>
    </dgm:pt>
    <dgm:pt modelId="{E7FE4742-A6BD-439A-B105-71D7F8D330FF}" type="pres">
      <dgm:prSet presAssocID="{FCB9FB8D-F2F6-4413-A861-20A10CF4D30D}" presName="cycle" presStyleCnt="0"/>
      <dgm:spPr/>
    </dgm:pt>
    <dgm:pt modelId="{5F94875F-4AC0-4561-BAE9-57A15619AD97}" type="pres">
      <dgm:prSet presAssocID="{FCB9FB8D-F2F6-4413-A861-20A10CF4D30D}" presName="srcNode" presStyleLbl="node1" presStyleIdx="0" presStyleCnt="6"/>
      <dgm:spPr/>
    </dgm:pt>
    <dgm:pt modelId="{9429C769-06B9-4CA0-8F90-E7EAA9AD90BC}" type="pres">
      <dgm:prSet presAssocID="{FCB9FB8D-F2F6-4413-A861-20A10CF4D30D}" presName="conn" presStyleLbl="parChTrans1D2" presStyleIdx="0" presStyleCnt="1"/>
      <dgm:spPr/>
    </dgm:pt>
    <dgm:pt modelId="{F5745BE0-5D0B-4E47-B89C-FD49527BAAFA}" type="pres">
      <dgm:prSet presAssocID="{FCB9FB8D-F2F6-4413-A861-20A10CF4D30D}" presName="extraNode" presStyleLbl="node1" presStyleIdx="0" presStyleCnt="6"/>
      <dgm:spPr/>
    </dgm:pt>
    <dgm:pt modelId="{D94BB489-57D0-4D97-91C6-00BE4BCBEDD4}" type="pres">
      <dgm:prSet presAssocID="{FCB9FB8D-F2F6-4413-A861-20A10CF4D30D}" presName="dstNode" presStyleLbl="node1" presStyleIdx="0" presStyleCnt="6"/>
      <dgm:spPr/>
    </dgm:pt>
    <dgm:pt modelId="{96FC4E4F-5D97-4417-B363-B5C73FFFEAA0}" type="pres">
      <dgm:prSet presAssocID="{6A535538-9430-43D1-855C-1EDCF7F2D157}" presName="text_1" presStyleLbl="node1" presStyleIdx="0" presStyleCnt="6">
        <dgm:presLayoutVars>
          <dgm:bulletEnabled val="1"/>
        </dgm:presLayoutVars>
      </dgm:prSet>
      <dgm:spPr/>
    </dgm:pt>
    <dgm:pt modelId="{051E5FFD-54EE-4E70-A816-BFA0272E827E}" type="pres">
      <dgm:prSet presAssocID="{6A535538-9430-43D1-855C-1EDCF7F2D157}" presName="accent_1" presStyleCnt="0"/>
      <dgm:spPr/>
    </dgm:pt>
    <dgm:pt modelId="{91EDF9B1-ABC7-42FB-9D4B-20F00FF8CEA4}" type="pres">
      <dgm:prSet presAssocID="{6A535538-9430-43D1-855C-1EDCF7F2D157}" presName="accentRepeatNode" presStyleLbl="solidFgAcc1" presStyleIdx="0" presStyleCnt="6"/>
      <dgm:spPr/>
    </dgm:pt>
    <dgm:pt modelId="{1F8582AD-F4ED-4C0C-898B-094A9AD77F15}" type="pres">
      <dgm:prSet presAssocID="{9DE9E42D-E322-4897-A72E-CA45D22C6938}" presName="text_2" presStyleLbl="node1" presStyleIdx="1" presStyleCnt="6">
        <dgm:presLayoutVars>
          <dgm:bulletEnabled val="1"/>
        </dgm:presLayoutVars>
      </dgm:prSet>
      <dgm:spPr/>
    </dgm:pt>
    <dgm:pt modelId="{5D490F48-CECA-47DE-A80C-1F10066A1077}" type="pres">
      <dgm:prSet presAssocID="{9DE9E42D-E322-4897-A72E-CA45D22C6938}" presName="accent_2" presStyleCnt="0"/>
      <dgm:spPr/>
    </dgm:pt>
    <dgm:pt modelId="{758257A8-223A-402D-8C2C-BBE3E9EC160D}" type="pres">
      <dgm:prSet presAssocID="{9DE9E42D-E322-4897-A72E-CA45D22C6938}" presName="accentRepeatNode" presStyleLbl="solidFgAcc1" presStyleIdx="1" presStyleCnt="6"/>
      <dgm:spPr/>
    </dgm:pt>
    <dgm:pt modelId="{7ACD3A1A-F611-41E0-A922-FEBAE7A5EB78}" type="pres">
      <dgm:prSet presAssocID="{2402015E-14A5-4323-9DCB-B9C7EBEFA9AF}" presName="text_3" presStyleLbl="node1" presStyleIdx="2" presStyleCnt="6">
        <dgm:presLayoutVars>
          <dgm:bulletEnabled val="1"/>
        </dgm:presLayoutVars>
      </dgm:prSet>
      <dgm:spPr/>
    </dgm:pt>
    <dgm:pt modelId="{F396C3F8-8370-46C8-B834-DFD1E4C9A487}" type="pres">
      <dgm:prSet presAssocID="{2402015E-14A5-4323-9DCB-B9C7EBEFA9AF}" presName="accent_3" presStyleCnt="0"/>
      <dgm:spPr/>
    </dgm:pt>
    <dgm:pt modelId="{A1793911-6BBA-4EF5-AFD7-36C7A5163D6B}" type="pres">
      <dgm:prSet presAssocID="{2402015E-14A5-4323-9DCB-B9C7EBEFA9AF}" presName="accentRepeatNode" presStyleLbl="solidFgAcc1" presStyleIdx="2" presStyleCnt="6"/>
      <dgm:spPr/>
    </dgm:pt>
    <dgm:pt modelId="{F51E8578-241C-4BF5-B538-C315D5353C06}" type="pres">
      <dgm:prSet presAssocID="{0CC7281C-412A-472E-A7AB-77C7E2AEEFC8}" presName="text_4" presStyleLbl="node1" presStyleIdx="3" presStyleCnt="6">
        <dgm:presLayoutVars>
          <dgm:bulletEnabled val="1"/>
        </dgm:presLayoutVars>
      </dgm:prSet>
      <dgm:spPr/>
    </dgm:pt>
    <dgm:pt modelId="{F08FF6FD-5148-4AAB-8C13-9E79ACC20157}" type="pres">
      <dgm:prSet presAssocID="{0CC7281C-412A-472E-A7AB-77C7E2AEEFC8}" presName="accent_4" presStyleCnt="0"/>
      <dgm:spPr/>
    </dgm:pt>
    <dgm:pt modelId="{586260AC-7C98-4E83-BF52-2102959AE7B5}" type="pres">
      <dgm:prSet presAssocID="{0CC7281C-412A-472E-A7AB-77C7E2AEEFC8}" presName="accentRepeatNode" presStyleLbl="solidFgAcc1" presStyleIdx="3" presStyleCnt="6"/>
      <dgm:spPr/>
    </dgm:pt>
    <dgm:pt modelId="{AD589F8F-6E3E-42B0-BADC-102608827936}" type="pres">
      <dgm:prSet presAssocID="{3EC0B629-0544-4D00-8DE1-9AE3E1C4B106}" presName="text_5" presStyleLbl="node1" presStyleIdx="4" presStyleCnt="6">
        <dgm:presLayoutVars>
          <dgm:bulletEnabled val="1"/>
        </dgm:presLayoutVars>
      </dgm:prSet>
      <dgm:spPr/>
    </dgm:pt>
    <dgm:pt modelId="{D439F4AB-6FB5-46FB-93BD-A6524767E2FD}" type="pres">
      <dgm:prSet presAssocID="{3EC0B629-0544-4D00-8DE1-9AE3E1C4B106}" presName="accent_5" presStyleCnt="0"/>
      <dgm:spPr/>
    </dgm:pt>
    <dgm:pt modelId="{E75CA068-690D-454A-94C9-7E62854218EE}" type="pres">
      <dgm:prSet presAssocID="{3EC0B629-0544-4D00-8DE1-9AE3E1C4B106}" presName="accentRepeatNode" presStyleLbl="solidFgAcc1" presStyleIdx="4" presStyleCnt="6"/>
      <dgm:spPr/>
    </dgm:pt>
    <dgm:pt modelId="{30128742-98DC-4D05-98A9-E86AABAFBE4F}" type="pres">
      <dgm:prSet presAssocID="{35FDE234-FC11-4199-A96D-C2FB2D7ECB92}" presName="text_6" presStyleLbl="node1" presStyleIdx="5" presStyleCnt="6">
        <dgm:presLayoutVars>
          <dgm:bulletEnabled val="1"/>
        </dgm:presLayoutVars>
      </dgm:prSet>
      <dgm:spPr/>
    </dgm:pt>
    <dgm:pt modelId="{3DFAB570-2A3E-4390-B669-267DC247FC4A}" type="pres">
      <dgm:prSet presAssocID="{35FDE234-FC11-4199-A96D-C2FB2D7ECB92}" presName="accent_6" presStyleCnt="0"/>
      <dgm:spPr/>
    </dgm:pt>
    <dgm:pt modelId="{BB0AAE1B-DAB9-418A-8B76-28EB4DCAD0F2}" type="pres">
      <dgm:prSet presAssocID="{35FDE234-FC11-4199-A96D-C2FB2D7ECB92}" presName="accentRepeatNode" presStyleLbl="solidFgAcc1" presStyleIdx="5" presStyleCnt="6"/>
      <dgm:spPr/>
    </dgm:pt>
  </dgm:ptLst>
  <dgm:cxnLst>
    <dgm:cxn modelId="{0B71A303-5E82-4DB9-BCFF-AAF550808C75}" srcId="{FCB9FB8D-F2F6-4413-A861-20A10CF4D30D}" destId="{6A535538-9430-43D1-855C-1EDCF7F2D157}" srcOrd="0" destOrd="0" parTransId="{8070AB21-58B1-42D1-9849-05F61281A52C}" sibTransId="{E9AA4321-038A-44D7-A36E-0939E869EFD9}"/>
    <dgm:cxn modelId="{824BF012-E69E-4D90-AF96-FF80CF9000DB}" srcId="{FCB9FB8D-F2F6-4413-A861-20A10CF4D30D}" destId="{9DE9E42D-E322-4897-A72E-CA45D22C6938}" srcOrd="1" destOrd="0" parTransId="{0184BB0A-CD2F-435F-B0D8-43BB8B954B2B}" sibTransId="{64BB8AFD-6ED0-4749-9F68-746C0EDCF843}"/>
    <dgm:cxn modelId="{6F48E41A-3F39-4529-9993-9F16872E5EED}" type="presOf" srcId="{0CC7281C-412A-472E-A7AB-77C7E2AEEFC8}" destId="{F51E8578-241C-4BF5-B538-C315D5353C06}" srcOrd="0" destOrd="0" presId="urn:microsoft.com/office/officeart/2008/layout/VerticalCurvedList"/>
    <dgm:cxn modelId="{453A5F25-BFF6-443E-8440-3262EF084C93}" type="presOf" srcId="{9DE9E42D-E322-4897-A72E-CA45D22C6938}" destId="{1F8582AD-F4ED-4C0C-898B-094A9AD77F15}" srcOrd="0" destOrd="0" presId="urn:microsoft.com/office/officeart/2008/layout/VerticalCurvedList"/>
    <dgm:cxn modelId="{132A402A-6BAA-4675-958C-5CBD9F3B707F}" type="presOf" srcId="{FCB9FB8D-F2F6-4413-A861-20A10CF4D30D}" destId="{B8D4C103-16A9-4499-AF7C-92EFA6DB31D7}" srcOrd="0" destOrd="0" presId="urn:microsoft.com/office/officeart/2008/layout/VerticalCurvedList"/>
    <dgm:cxn modelId="{322A2F3D-F072-4435-A546-F0FABF0C196D}" type="presOf" srcId="{2402015E-14A5-4323-9DCB-B9C7EBEFA9AF}" destId="{7ACD3A1A-F611-41E0-A922-FEBAE7A5EB78}" srcOrd="0" destOrd="0" presId="urn:microsoft.com/office/officeart/2008/layout/VerticalCurvedList"/>
    <dgm:cxn modelId="{7E75AD62-33DF-4B04-993E-649C387F3EA2}" type="presOf" srcId="{6A535538-9430-43D1-855C-1EDCF7F2D157}" destId="{96FC4E4F-5D97-4417-B363-B5C73FFFEAA0}" srcOrd="0" destOrd="0" presId="urn:microsoft.com/office/officeart/2008/layout/VerticalCurvedList"/>
    <dgm:cxn modelId="{94BECE63-012D-4F7E-B997-CF0B56BDE19F}" type="presOf" srcId="{3EC0B629-0544-4D00-8DE1-9AE3E1C4B106}" destId="{AD589F8F-6E3E-42B0-BADC-102608827936}" srcOrd="0" destOrd="0" presId="urn:microsoft.com/office/officeart/2008/layout/VerticalCurvedList"/>
    <dgm:cxn modelId="{578D164C-7A89-4367-95CC-552E9DEF168C}" srcId="{FCB9FB8D-F2F6-4413-A861-20A10CF4D30D}" destId="{0CC7281C-412A-472E-A7AB-77C7E2AEEFC8}" srcOrd="3" destOrd="0" parTransId="{CEF3ADDD-2D76-4837-963E-A3AFEC647EAD}" sibTransId="{63B8C3D4-5314-453A-A64F-6479FD987220}"/>
    <dgm:cxn modelId="{2324497B-F520-4DA7-8EEE-6D7BDA2E2B76}" srcId="{FCB9FB8D-F2F6-4413-A861-20A10CF4D30D}" destId="{35FDE234-FC11-4199-A96D-C2FB2D7ECB92}" srcOrd="5" destOrd="0" parTransId="{743FBD48-C9AE-4055-A2D0-1FC5CD2BC34C}" sibTransId="{84AF215F-D0C8-4855-A33D-37441744CDD6}"/>
    <dgm:cxn modelId="{8FD7418F-C895-40BD-8581-ACC00472DC06}" srcId="{FCB9FB8D-F2F6-4413-A861-20A10CF4D30D}" destId="{2402015E-14A5-4323-9DCB-B9C7EBEFA9AF}" srcOrd="2" destOrd="0" parTransId="{9091073B-D092-4268-B33A-69A4F4A2F378}" sibTransId="{DFFA4294-5E72-431E-9448-01E7E7662CB6}"/>
    <dgm:cxn modelId="{25D991AF-7D8F-4D1A-9E03-8728137BD035}" type="presOf" srcId="{E9AA4321-038A-44D7-A36E-0939E869EFD9}" destId="{9429C769-06B9-4CA0-8F90-E7EAA9AD90BC}" srcOrd="0" destOrd="0" presId="urn:microsoft.com/office/officeart/2008/layout/VerticalCurvedList"/>
    <dgm:cxn modelId="{D5F424D3-4468-4555-B401-BA1C765AE2B9}" srcId="{FCB9FB8D-F2F6-4413-A861-20A10CF4D30D}" destId="{3EC0B629-0544-4D00-8DE1-9AE3E1C4B106}" srcOrd="4" destOrd="0" parTransId="{DDC23783-189B-4B53-A853-A1E5E874C297}" sibTransId="{BB4E8674-4D12-44BE-AFCF-1120F5BF2BA9}"/>
    <dgm:cxn modelId="{DE17A8F3-B2CB-4941-AAA9-04CDEDF82C3D}" type="presOf" srcId="{35FDE234-FC11-4199-A96D-C2FB2D7ECB92}" destId="{30128742-98DC-4D05-98A9-E86AABAFBE4F}" srcOrd="0" destOrd="0" presId="urn:microsoft.com/office/officeart/2008/layout/VerticalCurvedList"/>
    <dgm:cxn modelId="{0B0E82CD-AA6E-4BF1-BD52-9812C2833EC5}" type="presParOf" srcId="{B8D4C103-16A9-4499-AF7C-92EFA6DB31D7}" destId="{B580C4F4-F768-4E70-A7B6-1960823C1763}" srcOrd="0" destOrd="0" presId="urn:microsoft.com/office/officeart/2008/layout/VerticalCurvedList"/>
    <dgm:cxn modelId="{4A9829F5-35BF-4A4F-B3E9-B947DA7C2A09}" type="presParOf" srcId="{B580C4F4-F768-4E70-A7B6-1960823C1763}" destId="{E7FE4742-A6BD-439A-B105-71D7F8D330FF}" srcOrd="0" destOrd="0" presId="urn:microsoft.com/office/officeart/2008/layout/VerticalCurvedList"/>
    <dgm:cxn modelId="{39139C93-5B78-48F3-9C8A-9FB468853F78}" type="presParOf" srcId="{E7FE4742-A6BD-439A-B105-71D7F8D330FF}" destId="{5F94875F-4AC0-4561-BAE9-57A15619AD97}" srcOrd="0" destOrd="0" presId="urn:microsoft.com/office/officeart/2008/layout/VerticalCurvedList"/>
    <dgm:cxn modelId="{96F99977-EF7A-4A59-AEDF-AF99FEC61E7A}" type="presParOf" srcId="{E7FE4742-A6BD-439A-B105-71D7F8D330FF}" destId="{9429C769-06B9-4CA0-8F90-E7EAA9AD90BC}" srcOrd="1" destOrd="0" presId="urn:microsoft.com/office/officeart/2008/layout/VerticalCurvedList"/>
    <dgm:cxn modelId="{18E424B0-A919-45AA-9DE8-8300796741BA}" type="presParOf" srcId="{E7FE4742-A6BD-439A-B105-71D7F8D330FF}" destId="{F5745BE0-5D0B-4E47-B89C-FD49527BAAFA}" srcOrd="2" destOrd="0" presId="urn:microsoft.com/office/officeart/2008/layout/VerticalCurvedList"/>
    <dgm:cxn modelId="{519F54AE-4248-417E-AE90-6235EFF00605}" type="presParOf" srcId="{E7FE4742-A6BD-439A-B105-71D7F8D330FF}" destId="{D94BB489-57D0-4D97-91C6-00BE4BCBEDD4}" srcOrd="3" destOrd="0" presId="urn:microsoft.com/office/officeart/2008/layout/VerticalCurvedList"/>
    <dgm:cxn modelId="{0B0A6167-2936-479F-BBD7-A5E087A0BBB7}" type="presParOf" srcId="{B580C4F4-F768-4E70-A7B6-1960823C1763}" destId="{96FC4E4F-5D97-4417-B363-B5C73FFFEAA0}" srcOrd="1" destOrd="0" presId="urn:microsoft.com/office/officeart/2008/layout/VerticalCurvedList"/>
    <dgm:cxn modelId="{2EED8466-DB61-4AC4-A708-8CECD29E60CD}" type="presParOf" srcId="{B580C4F4-F768-4E70-A7B6-1960823C1763}" destId="{051E5FFD-54EE-4E70-A816-BFA0272E827E}" srcOrd="2" destOrd="0" presId="urn:microsoft.com/office/officeart/2008/layout/VerticalCurvedList"/>
    <dgm:cxn modelId="{F17F63C4-3939-4C08-B808-C77985453ACB}" type="presParOf" srcId="{051E5FFD-54EE-4E70-A816-BFA0272E827E}" destId="{91EDF9B1-ABC7-42FB-9D4B-20F00FF8CEA4}" srcOrd="0" destOrd="0" presId="urn:microsoft.com/office/officeart/2008/layout/VerticalCurvedList"/>
    <dgm:cxn modelId="{5F81C420-DADD-4D34-BE23-3B4260CBB9BD}" type="presParOf" srcId="{B580C4F4-F768-4E70-A7B6-1960823C1763}" destId="{1F8582AD-F4ED-4C0C-898B-094A9AD77F15}" srcOrd="3" destOrd="0" presId="urn:microsoft.com/office/officeart/2008/layout/VerticalCurvedList"/>
    <dgm:cxn modelId="{E3F50CC8-611D-499E-B432-19497D460D3E}" type="presParOf" srcId="{B580C4F4-F768-4E70-A7B6-1960823C1763}" destId="{5D490F48-CECA-47DE-A80C-1F10066A1077}" srcOrd="4" destOrd="0" presId="urn:microsoft.com/office/officeart/2008/layout/VerticalCurvedList"/>
    <dgm:cxn modelId="{359B862F-FF1D-4DFA-B294-DD2D86ADB858}" type="presParOf" srcId="{5D490F48-CECA-47DE-A80C-1F10066A1077}" destId="{758257A8-223A-402D-8C2C-BBE3E9EC160D}" srcOrd="0" destOrd="0" presId="urn:microsoft.com/office/officeart/2008/layout/VerticalCurvedList"/>
    <dgm:cxn modelId="{6974BCFA-824D-4A8A-B70C-E1E6E96DAB06}" type="presParOf" srcId="{B580C4F4-F768-4E70-A7B6-1960823C1763}" destId="{7ACD3A1A-F611-41E0-A922-FEBAE7A5EB78}" srcOrd="5" destOrd="0" presId="urn:microsoft.com/office/officeart/2008/layout/VerticalCurvedList"/>
    <dgm:cxn modelId="{6A1D448E-7D4C-46B2-8931-4C7B4DE07979}" type="presParOf" srcId="{B580C4F4-F768-4E70-A7B6-1960823C1763}" destId="{F396C3F8-8370-46C8-B834-DFD1E4C9A487}" srcOrd="6" destOrd="0" presId="urn:microsoft.com/office/officeart/2008/layout/VerticalCurvedList"/>
    <dgm:cxn modelId="{30FA0A31-6FAE-4C1F-A9D9-606C3753395A}" type="presParOf" srcId="{F396C3F8-8370-46C8-B834-DFD1E4C9A487}" destId="{A1793911-6BBA-4EF5-AFD7-36C7A5163D6B}" srcOrd="0" destOrd="0" presId="urn:microsoft.com/office/officeart/2008/layout/VerticalCurvedList"/>
    <dgm:cxn modelId="{4B7A7ECF-C04F-427A-B264-4254213C9C81}" type="presParOf" srcId="{B580C4F4-F768-4E70-A7B6-1960823C1763}" destId="{F51E8578-241C-4BF5-B538-C315D5353C06}" srcOrd="7" destOrd="0" presId="urn:microsoft.com/office/officeart/2008/layout/VerticalCurvedList"/>
    <dgm:cxn modelId="{016DF564-9C0D-4070-92F6-01CE53A90F88}" type="presParOf" srcId="{B580C4F4-F768-4E70-A7B6-1960823C1763}" destId="{F08FF6FD-5148-4AAB-8C13-9E79ACC20157}" srcOrd="8" destOrd="0" presId="urn:microsoft.com/office/officeart/2008/layout/VerticalCurvedList"/>
    <dgm:cxn modelId="{2EA0FBF0-53B9-4402-B7A1-F80106BA53AA}" type="presParOf" srcId="{F08FF6FD-5148-4AAB-8C13-9E79ACC20157}" destId="{586260AC-7C98-4E83-BF52-2102959AE7B5}" srcOrd="0" destOrd="0" presId="urn:microsoft.com/office/officeart/2008/layout/VerticalCurvedList"/>
    <dgm:cxn modelId="{131F00C6-C93A-4C83-8AF2-E181463F9C0C}" type="presParOf" srcId="{B580C4F4-F768-4E70-A7B6-1960823C1763}" destId="{AD589F8F-6E3E-42B0-BADC-102608827936}" srcOrd="9" destOrd="0" presId="urn:microsoft.com/office/officeart/2008/layout/VerticalCurvedList"/>
    <dgm:cxn modelId="{40497E93-6F2D-4C5B-A196-52B51A88806E}" type="presParOf" srcId="{B580C4F4-F768-4E70-A7B6-1960823C1763}" destId="{D439F4AB-6FB5-46FB-93BD-A6524767E2FD}" srcOrd="10" destOrd="0" presId="urn:microsoft.com/office/officeart/2008/layout/VerticalCurvedList"/>
    <dgm:cxn modelId="{A668AD29-C506-47E5-B3D8-1E9419AA7F93}" type="presParOf" srcId="{D439F4AB-6FB5-46FB-93BD-A6524767E2FD}" destId="{E75CA068-690D-454A-94C9-7E62854218EE}" srcOrd="0" destOrd="0" presId="urn:microsoft.com/office/officeart/2008/layout/VerticalCurvedList"/>
    <dgm:cxn modelId="{FE309602-C36E-4A27-A845-B96C9EB2FC5A}" type="presParOf" srcId="{B580C4F4-F768-4E70-A7B6-1960823C1763}" destId="{30128742-98DC-4D05-98A9-E86AABAFBE4F}" srcOrd="11" destOrd="0" presId="urn:microsoft.com/office/officeart/2008/layout/VerticalCurvedList"/>
    <dgm:cxn modelId="{D781CA74-8550-4E64-B40E-08978AD61F9A}" type="presParOf" srcId="{B580C4F4-F768-4E70-A7B6-1960823C1763}" destId="{3DFAB570-2A3E-4390-B669-267DC247FC4A}" srcOrd="12" destOrd="0" presId="urn:microsoft.com/office/officeart/2008/layout/VerticalCurvedList"/>
    <dgm:cxn modelId="{24E8993A-EC5D-4E9D-812C-9B0D6EE5CCC3}" type="presParOf" srcId="{3DFAB570-2A3E-4390-B669-267DC247FC4A}" destId="{BB0AAE1B-DAB9-418A-8B76-28EB4DCAD0F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0100F4-A90E-4BA5-9856-ECF62409F500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AB6306C5-CFA0-45FE-AB69-DFFFC1AEA830}">
      <dgm:prSet phldrT="[Text]"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Data Collection 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Sensors capture air quality</a:t>
          </a:r>
        </a:p>
      </dgm:t>
    </dgm:pt>
    <dgm:pt modelId="{D412D75C-2895-45B3-A3D1-5B9C2BBF4A49}" type="parTrans" cxnId="{C04A3007-80A3-406E-97E1-D3F0042C444F}">
      <dgm:prSet/>
      <dgm:spPr/>
      <dgm:t>
        <a:bodyPr/>
        <a:lstStyle/>
        <a:p>
          <a:endParaRPr lang="en-IN"/>
        </a:p>
      </dgm:t>
    </dgm:pt>
    <dgm:pt modelId="{0FFDBCDD-7858-41A9-BE7C-0411302C30C6}" type="sibTrans" cxnId="{C04A3007-80A3-406E-97E1-D3F0042C444F}">
      <dgm:prSet/>
      <dgm:spPr/>
      <dgm:t>
        <a:bodyPr/>
        <a:lstStyle/>
        <a:p>
          <a:endParaRPr lang="en-IN"/>
        </a:p>
      </dgm:t>
    </dgm:pt>
    <dgm:pt modelId="{1B06856B-21D3-4E6F-8C03-50D950568ABE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Processing </a:t>
          </a:r>
          <a:r>
            <a:rPr lang="en-IN"/>
            <a:t>ESP32 processes data</a:t>
          </a:r>
          <a:endParaRPr lang="en-IN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24B5A9-BEB1-4EE3-8B0E-54E91C78BBA8}" type="parTrans" cxnId="{F94096A5-78DC-4061-9ABE-18C2CE536F29}">
      <dgm:prSet/>
      <dgm:spPr/>
      <dgm:t>
        <a:bodyPr/>
        <a:lstStyle/>
        <a:p>
          <a:endParaRPr lang="en-IN"/>
        </a:p>
      </dgm:t>
    </dgm:pt>
    <dgm:pt modelId="{14EDC3A7-485F-4C39-BF28-2BCCCE1EFF80}" type="sibTrans" cxnId="{F94096A5-78DC-4061-9ABE-18C2CE536F29}">
      <dgm:prSet/>
      <dgm:spPr/>
      <dgm:t>
        <a:bodyPr/>
        <a:lstStyle/>
        <a:p>
          <a:endParaRPr lang="en-IN"/>
        </a:p>
      </dgm:t>
    </dgm:pt>
    <dgm:pt modelId="{3D7168F1-0C70-4A45-8F2B-4192F1C77359}">
      <dgm:prSet phldrT="[Text]"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Transmission </a:t>
          </a:r>
          <a:r>
            <a:rPr lang="en-US" b="0">
              <a:latin typeface="Times New Roman" panose="02020603050405020304" pitchFamily="18" charset="0"/>
              <a:cs typeface="Times New Roman" panose="02020603050405020304" pitchFamily="18" charset="0"/>
            </a:rPr>
            <a:t>Data sent to </a:t>
          </a:r>
          <a:r>
            <a:rPr lang="en-IN"/>
            <a:t>Cloud)</a:t>
          </a:r>
          <a:endParaRPr lang="en-IN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01E92-809D-406B-9087-4B3F7C84D73F}" type="parTrans" cxnId="{0B292AF7-08BB-4860-81B5-93E8180963D6}">
      <dgm:prSet/>
      <dgm:spPr/>
      <dgm:t>
        <a:bodyPr/>
        <a:lstStyle/>
        <a:p>
          <a:endParaRPr lang="en-IN"/>
        </a:p>
      </dgm:t>
    </dgm:pt>
    <dgm:pt modelId="{31C25DA0-C8E8-4B84-84F9-3623406ED203}" type="sibTrans" cxnId="{0B292AF7-08BB-4860-81B5-93E8180963D6}">
      <dgm:prSet/>
      <dgm:spPr/>
      <dgm:t>
        <a:bodyPr/>
        <a:lstStyle/>
        <a:p>
          <a:endParaRPr lang="en-IN"/>
        </a:p>
      </dgm:t>
    </dgm:pt>
    <dgm:pt modelId="{9F834099-01FF-457D-A3C3-F4C8E77F8E4A}">
      <dgm:prSet phldrT="[Text]"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Visualization</a:t>
          </a:r>
          <a:r>
            <a:rPr lang="en-IN"/>
            <a:t>Dashboard displays data</a:t>
          </a:r>
          <a:endParaRPr lang="en-IN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6CB206-B149-4DA9-A06D-C8FEE3CBAB5A}" type="parTrans" cxnId="{A6D61258-7651-47E1-BB6F-874F4F04006B}">
      <dgm:prSet/>
      <dgm:spPr/>
      <dgm:t>
        <a:bodyPr/>
        <a:lstStyle/>
        <a:p>
          <a:endParaRPr lang="en-IN"/>
        </a:p>
      </dgm:t>
    </dgm:pt>
    <dgm:pt modelId="{027E6199-3237-4E71-A392-70B1DAEB8BBD}" type="sibTrans" cxnId="{A6D61258-7651-47E1-BB6F-874F4F04006B}">
      <dgm:prSet/>
      <dgm:spPr/>
      <dgm:t>
        <a:bodyPr/>
        <a:lstStyle/>
        <a:p>
          <a:endParaRPr lang="en-IN"/>
        </a:p>
      </dgm:t>
    </dgm:pt>
    <dgm:pt modelId="{3370B7F0-ADF3-4C7E-AE95-99AFCE62EC01}">
      <dgm:prSet phldrT="[Text]"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Alerts  </a:t>
          </a:r>
          <a:r>
            <a:rPr lang="en-IN"/>
            <a:t>Triggered when limits exceed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N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DE3FD3-F9CB-4068-924D-3099FBB46B8A}" type="sibTrans" cxnId="{F8406E33-807B-43F9-A1D3-497B479E5029}">
      <dgm:prSet/>
      <dgm:spPr/>
      <dgm:t>
        <a:bodyPr/>
        <a:lstStyle/>
        <a:p>
          <a:endParaRPr lang="en-IN"/>
        </a:p>
      </dgm:t>
    </dgm:pt>
    <dgm:pt modelId="{2EFEFCA2-6AF5-4D89-9EA8-01D1DF958D5D}" type="parTrans" cxnId="{F8406E33-807B-43F9-A1D3-497B479E5029}">
      <dgm:prSet/>
      <dgm:spPr/>
      <dgm:t>
        <a:bodyPr/>
        <a:lstStyle/>
        <a:p>
          <a:endParaRPr lang="en-IN"/>
        </a:p>
      </dgm:t>
    </dgm:pt>
    <dgm:pt modelId="{B85D8E9C-D9D3-4F3D-8D29-EC44CC9DBFEF}" type="pres">
      <dgm:prSet presAssocID="{450100F4-A90E-4BA5-9856-ECF62409F500}" presName="outerComposite" presStyleCnt="0">
        <dgm:presLayoutVars>
          <dgm:chMax val="5"/>
          <dgm:dir/>
          <dgm:resizeHandles val="exact"/>
        </dgm:presLayoutVars>
      </dgm:prSet>
      <dgm:spPr/>
    </dgm:pt>
    <dgm:pt modelId="{249F5AE5-7301-4383-9C4C-4D07CDA8CB15}" type="pres">
      <dgm:prSet presAssocID="{450100F4-A90E-4BA5-9856-ECF62409F500}" presName="dummyMaxCanvas" presStyleCnt="0">
        <dgm:presLayoutVars/>
      </dgm:prSet>
      <dgm:spPr/>
    </dgm:pt>
    <dgm:pt modelId="{DB11C528-8E19-4B86-B3C7-38F3168CDDA5}" type="pres">
      <dgm:prSet presAssocID="{450100F4-A90E-4BA5-9856-ECF62409F500}" presName="FiveNodes_1" presStyleLbl="node1" presStyleIdx="0" presStyleCnt="5">
        <dgm:presLayoutVars>
          <dgm:bulletEnabled val="1"/>
        </dgm:presLayoutVars>
      </dgm:prSet>
      <dgm:spPr/>
    </dgm:pt>
    <dgm:pt modelId="{6365456E-B74C-44C7-8B03-278F4D761272}" type="pres">
      <dgm:prSet presAssocID="{450100F4-A90E-4BA5-9856-ECF62409F500}" presName="FiveNodes_2" presStyleLbl="node1" presStyleIdx="1" presStyleCnt="5">
        <dgm:presLayoutVars>
          <dgm:bulletEnabled val="1"/>
        </dgm:presLayoutVars>
      </dgm:prSet>
      <dgm:spPr/>
    </dgm:pt>
    <dgm:pt modelId="{C1698737-2181-4557-AEF8-415B5A5C932D}" type="pres">
      <dgm:prSet presAssocID="{450100F4-A90E-4BA5-9856-ECF62409F500}" presName="FiveNodes_3" presStyleLbl="node1" presStyleIdx="2" presStyleCnt="5">
        <dgm:presLayoutVars>
          <dgm:bulletEnabled val="1"/>
        </dgm:presLayoutVars>
      </dgm:prSet>
      <dgm:spPr/>
    </dgm:pt>
    <dgm:pt modelId="{F55D730D-6ABC-4A50-AD00-C291D5B599F9}" type="pres">
      <dgm:prSet presAssocID="{450100F4-A90E-4BA5-9856-ECF62409F500}" presName="FiveNodes_4" presStyleLbl="node1" presStyleIdx="3" presStyleCnt="5">
        <dgm:presLayoutVars>
          <dgm:bulletEnabled val="1"/>
        </dgm:presLayoutVars>
      </dgm:prSet>
      <dgm:spPr/>
    </dgm:pt>
    <dgm:pt modelId="{A0C78DD5-5650-413F-B57C-CB4F452589C8}" type="pres">
      <dgm:prSet presAssocID="{450100F4-A90E-4BA5-9856-ECF62409F500}" presName="FiveNodes_5" presStyleLbl="node1" presStyleIdx="4" presStyleCnt="5">
        <dgm:presLayoutVars>
          <dgm:bulletEnabled val="1"/>
        </dgm:presLayoutVars>
      </dgm:prSet>
      <dgm:spPr/>
    </dgm:pt>
    <dgm:pt modelId="{4378F9AE-2AD7-4730-96F5-99D08FDDDF8A}" type="pres">
      <dgm:prSet presAssocID="{450100F4-A90E-4BA5-9856-ECF62409F500}" presName="FiveConn_1-2" presStyleLbl="fgAccFollowNode1" presStyleIdx="0" presStyleCnt="4">
        <dgm:presLayoutVars>
          <dgm:bulletEnabled val="1"/>
        </dgm:presLayoutVars>
      </dgm:prSet>
      <dgm:spPr/>
    </dgm:pt>
    <dgm:pt modelId="{8A0396B2-3B1F-44A3-AE60-C1DB3876727C}" type="pres">
      <dgm:prSet presAssocID="{450100F4-A90E-4BA5-9856-ECF62409F500}" presName="FiveConn_2-3" presStyleLbl="fgAccFollowNode1" presStyleIdx="1" presStyleCnt="4">
        <dgm:presLayoutVars>
          <dgm:bulletEnabled val="1"/>
        </dgm:presLayoutVars>
      </dgm:prSet>
      <dgm:spPr/>
    </dgm:pt>
    <dgm:pt modelId="{9D3370AD-AE61-48D8-AA0D-9AC124B920B8}" type="pres">
      <dgm:prSet presAssocID="{450100F4-A90E-4BA5-9856-ECF62409F500}" presName="FiveConn_3-4" presStyleLbl="fgAccFollowNode1" presStyleIdx="2" presStyleCnt="4">
        <dgm:presLayoutVars>
          <dgm:bulletEnabled val="1"/>
        </dgm:presLayoutVars>
      </dgm:prSet>
      <dgm:spPr/>
    </dgm:pt>
    <dgm:pt modelId="{2F10F28B-018B-407C-A676-46315AE7DECB}" type="pres">
      <dgm:prSet presAssocID="{450100F4-A90E-4BA5-9856-ECF62409F500}" presName="FiveConn_4-5" presStyleLbl="fgAccFollowNode1" presStyleIdx="3" presStyleCnt="4">
        <dgm:presLayoutVars>
          <dgm:bulletEnabled val="1"/>
        </dgm:presLayoutVars>
      </dgm:prSet>
      <dgm:spPr/>
    </dgm:pt>
    <dgm:pt modelId="{9F17FB31-018E-4CCA-9C35-9D72E4C84430}" type="pres">
      <dgm:prSet presAssocID="{450100F4-A90E-4BA5-9856-ECF62409F500}" presName="FiveNodes_1_text" presStyleLbl="node1" presStyleIdx="4" presStyleCnt="5">
        <dgm:presLayoutVars>
          <dgm:bulletEnabled val="1"/>
        </dgm:presLayoutVars>
      </dgm:prSet>
      <dgm:spPr/>
    </dgm:pt>
    <dgm:pt modelId="{81BF93F9-0105-40DE-A8A3-0384AFCDCB5A}" type="pres">
      <dgm:prSet presAssocID="{450100F4-A90E-4BA5-9856-ECF62409F500}" presName="FiveNodes_2_text" presStyleLbl="node1" presStyleIdx="4" presStyleCnt="5">
        <dgm:presLayoutVars>
          <dgm:bulletEnabled val="1"/>
        </dgm:presLayoutVars>
      </dgm:prSet>
      <dgm:spPr/>
    </dgm:pt>
    <dgm:pt modelId="{3E9300E6-2A40-42F3-9020-2E785CC98D88}" type="pres">
      <dgm:prSet presAssocID="{450100F4-A90E-4BA5-9856-ECF62409F500}" presName="FiveNodes_3_text" presStyleLbl="node1" presStyleIdx="4" presStyleCnt="5">
        <dgm:presLayoutVars>
          <dgm:bulletEnabled val="1"/>
        </dgm:presLayoutVars>
      </dgm:prSet>
      <dgm:spPr/>
    </dgm:pt>
    <dgm:pt modelId="{6EBBB6EE-0A09-4D70-B3D8-DCDF4FF33BE6}" type="pres">
      <dgm:prSet presAssocID="{450100F4-A90E-4BA5-9856-ECF62409F500}" presName="FiveNodes_4_text" presStyleLbl="node1" presStyleIdx="4" presStyleCnt="5">
        <dgm:presLayoutVars>
          <dgm:bulletEnabled val="1"/>
        </dgm:presLayoutVars>
      </dgm:prSet>
      <dgm:spPr/>
    </dgm:pt>
    <dgm:pt modelId="{E535EB45-2AC5-47EA-AFB6-F22009CE307D}" type="pres">
      <dgm:prSet presAssocID="{450100F4-A90E-4BA5-9856-ECF62409F50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04A3007-80A3-406E-97E1-D3F0042C444F}" srcId="{450100F4-A90E-4BA5-9856-ECF62409F500}" destId="{AB6306C5-CFA0-45FE-AB69-DFFFC1AEA830}" srcOrd="0" destOrd="0" parTransId="{D412D75C-2895-45B3-A3D1-5B9C2BBF4A49}" sibTransId="{0FFDBCDD-7858-41A9-BE7C-0411302C30C6}"/>
    <dgm:cxn modelId="{B9650F09-6204-42B4-82E5-94F65B10805C}" type="presOf" srcId="{3370B7F0-ADF3-4C7E-AE95-99AFCE62EC01}" destId="{E535EB45-2AC5-47EA-AFB6-F22009CE307D}" srcOrd="1" destOrd="0" presId="urn:microsoft.com/office/officeart/2005/8/layout/vProcess5"/>
    <dgm:cxn modelId="{D75CCF15-4598-412B-939F-25904242C4C7}" type="presOf" srcId="{AB6306C5-CFA0-45FE-AB69-DFFFC1AEA830}" destId="{9F17FB31-018E-4CCA-9C35-9D72E4C84430}" srcOrd="1" destOrd="0" presId="urn:microsoft.com/office/officeart/2005/8/layout/vProcess5"/>
    <dgm:cxn modelId="{F8406E33-807B-43F9-A1D3-497B479E5029}" srcId="{450100F4-A90E-4BA5-9856-ECF62409F500}" destId="{3370B7F0-ADF3-4C7E-AE95-99AFCE62EC01}" srcOrd="4" destOrd="0" parTransId="{2EFEFCA2-6AF5-4D89-9EA8-01D1DF958D5D}" sibTransId="{E2DE3FD3-F9CB-4068-924D-3099FBB46B8A}"/>
    <dgm:cxn modelId="{9B08205F-6E74-4C78-B6CD-4E193A7BA096}" type="presOf" srcId="{14EDC3A7-485F-4C39-BF28-2BCCCE1EFF80}" destId="{8A0396B2-3B1F-44A3-AE60-C1DB3876727C}" srcOrd="0" destOrd="0" presId="urn:microsoft.com/office/officeart/2005/8/layout/vProcess5"/>
    <dgm:cxn modelId="{7850E161-891E-4BB3-A165-0E1693BBCEE8}" type="presOf" srcId="{3370B7F0-ADF3-4C7E-AE95-99AFCE62EC01}" destId="{A0C78DD5-5650-413F-B57C-CB4F452589C8}" srcOrd="0" destOrd="0" presId="urn:microsoft.com/office/officeart/2005/8/layout/vProcess5"/>
    <dgm:cxn modelId="{0B62B343-6AB5-4388-810C-5353CE4A8FFF}" type="presOf" srcId="{3D7168F1-0C70-4A45-8F2B-4192F1C77359}" destId="{C1698737-2181-4557-AEF8-415B5A5C932D}" srcOrd="0" destOrd="0" presId="urn:microsoft.com/office/officeart/2005/8/layout/vProcess5"/>
    <dgm:cxn modelId="{8F8EC844-9C16-4ACF-98D2-68A2F37103C3}" type="presOf" srcId="{0FFDBCDD-7858-41A9-BE7C-0411302C30C6}" destId="{4378F9AE-2AD7-4730-96F5-99D08FDDDF8A}" srcOrd="0" destOrd="0" presId="urn:microsoft.com/office/officeart/2005/8/layout/vProcess5"/>
    <dgm:cxn modelId="{6D964A46-AEAD-490B-8530-F497A6BFCCAF}" type="presOf" srcId="{1B06856B-21D3-4E6F-8C03-50D950568ABE}" destId="{6365456E-B74C-44C7-8B03-278F4D761272}" srcOrd="0" destOrd="0" presId="urn:microsoft.com/office/officeart/2005/8/layout/vProcess5"/>
    <dgm:cxn modelId="{8555C04A-903E-43A8-89C9-5D003EA72F0B}" type="presOf" srcId="{31C25DA0-C8E8-4B84-84F9-3623406ED203}" destId="{9D3370AD-AE61-48D8-AA0D-9AC124B920B8}" srcOrd="0" destOrd="0" presId="urn:microsoft.com/office/officeart/2005/8/layout/vProcess5"/>
    <dgm:cxn modelId="{C20C5873-2D55-4D9A-B1C9-5C20CA7A50B5}" type="presOf" srcId="{AB6306C5-CFA0-45FE-AB69-DFFFC1AEA830}" destId="{DB11C528-8E19-4B86-B3C7-38F3168CDDA5}" srcOrd="0" destOrd="0" presId="urn:microsoft.com/office/officeart/2005/8/layout/vProcess5"/>
    <dgm:cxn modelId="{A6D61258-7651-47E1-BB6F-874F4F04006B}" srcId="{450100F4-A90E-4BA5-9856-ECF62409F500}" destId="{9F834099-01FF-457D-A3C3-F4C8E77F8E4A}" srcOrd="3" destOrd="0" parTransId="{C56CB206-B149-4DA9-A06D-C8FEE3CBAB5A}" sibTransId="{027E6199-3237-4E71-A392-70B1DAEB8BBD}"/>
    <dgm:cxn modelId="{861CD182-D90D-4A43-B9BC-BEBF499CD1ED}" type="presOf" srcId="{450100F4-A90E-4BA5-9856-ECF62409F500}" destId="{B85D8E9C-D9D3-4F3D-8D29-EC44CC9DBFEF}" srcOrd="0" destOrd="0" presId="urn:microsoft.com/office/officeart/2005/8/layout/vProcess5"/>
    <dgm:cxn modelId="{5967388A-7058-469E-8C8C-4E488988E76F}" type="presOf" srcId="{9F834099-01FF-457D-A3C3-F4C8E77F8E4A}" destId="{6EBBB6EE-0A09-4D70-B3D8-DCDF4FF33BE6}" srcOrd="1" destOrd="0" presId="urn:microsoft.com/office/officeart/2005/8/layout/vProcess5"/>
    <dgm:cxn modelId="{A39AEB8F-662C-47F2-B6D6-19C8DF20BFAC}" type="presOf" srcId="{3D7168F1-0C70-4A45-8F2B-4192F1C77359}" destId="{3E9300E6-2A40-42F3-9020-2E785CC98D88}" srcOrd="1" destOrd="0" presId="urn:microsoft.com/office/officeart/2005/8/layout/vProcess5"/>
    <dgm:cxn modelId="{CA5DDDA2-98FE-4D0A-818A-5BD4FF9B386A}" type="presOf" srcId="{1B06856B-21D3-4E6F-8C03-50D950568ABE}" destId="{81BF93F9-0105-40DE-A8A3-0384AFCDCB5A}" srcOrd="1" destOrd="0" presId="urn:microsoft.com/office/officeart/2005/8/layout/vProcess5"/>
    <dgm:cxn modelId="{F94096A5-78DC-4061-9ABE-18C2CE536F29}" srcId="{450100F4-A90E-4BA5-9856-ECF62409F500}" destId="{1B06856B-21D3-4E6F-8C03-50D950568ABE}" srcOrd="1" destOrd="0" parTransId="{DA24B5A9-BEB1-4EE3-8B0E-54E91C78BBA8}" sibTransId="{14EDC3A7-485F-4C39-BF28-2BCCCE1EFF80}"/>
    <dgm:cxn modelId="{7E4685B6-B181-4013-AD2A-67EB8FF9718D}" type="presOf" srcId="{027E6199-3237-4E71-A392-70B1DAEB8BBD}" destId="{2F10F28B-018B-407C-A676-46315AE7DECB}" srcOrd="0" destOrd="0" presId="urn:microsoft.com/office/officeart/2005/8/layout/vProcess5"/>
    <dgm:cxn modelId="{992ABBBA-BDC7-4BE6-BC4A-8BBFF772FA18}" type="presOf" srcId="{9F834099-01FF-457D-A3C3-F4C8E77F8E4A}" destId="{F55D730D-6ABC-4A50-AD00-C291D5B599F9}" srcOrd="0" destOrd="0" presId="urn:microsoft.com/office/officeart/2005/8/layout/vProcess5"/>
    <dgm:cxn modelId="{0B292AF7-08BB-4860-81B5-93E8180963D6}" srcId="{450100F4-A90E-4BA5-9856-ECF62409F500}" destId="{3D7168F1-0C70-4A45-8F2B-4192F1C77359}" srcOrd="2" destOrd="0" parTransId="{66901E92-809D-406B-9087-4B3F7C84D73F}" sibTransId="{31C25DA0-C8E8-4B84-84F9-3623406ED203}"/>
    <dgm:cxn modelId="{EAC2DE9B-C0C0-49DF-A0EA-CD354E5704DF}" type="presParOf" srcId="{B85D8E9C-D9D3-4F3D-8D29-EC44CC9DBFEF}" destId="{249F5AE5-7301-4383-9C4C-4D07CDA8CB15}" srcOrd="0" destOrd="0" presId="urn:microsoft.com/office/officeart/2005/8/layout/vProcess5"/>
    <dgm:cxn modelId="{57F4612C-D273-494F-A4A7-B92F387D449F}" type="presParOf" srcId="{B85D8E9C-D9D3-4F3D-8D29-EC44CC9DBFEF}" destId="{DB11C528-8E19-4B86-B3C7-38F3168CDDA5}" srcOrd="1" destOrd="0" presId="urn:microsoft.com/office/officeart/2005/8/layout/vProcess5"/>
    <dgm:cxn modelId="{6148E71F-4611-4113-B218-ED6FD1430A07}" type="presParOf" srcId="{B85D8E9C-D9D3-4F3D-8D29-EC44CC9DBFEF}" destId="{6365456E-B74C-44C7-8B03-278F4D761272}" srcOrd="2" destOrd="0" presId="urn:microsoft.com/office/officeart/2005/8/layout/vProcess5"/>
    <dgm:cxn modelId="{393D07FF-7FF0-4E66-8659-589FAFA2069F}" type="presParOf" srcId="{B85D8E9C-D9D3-4F3D-8D29-EC44CC9DBFEF}" destId="{C1698737-2181-4557-AEF8-415B5A5C932D}" srcOrd="3" destOrd="0" presId="urn:microsoft.com/office/officeart/2005/8/layout/vProcess5"/>
    <dgm:cxn modelId="{38A17DD7-AFB7-43FF-BB6A-AD7D88C7A055}" type="presParOf" srcId="{B85D8E9C-D9D3-4F3D-8D29-EC44CC9DBFEF}" destId="{F55D730D-6ABC-4A50-AD00-C291D5B599F9}" srcOrd="4" destOrd="0" presId="urn:microsoft.com/office/officeart/2005/8/layout/vProcess5"/>
    <dgm:cxn modelId="{10F1627F-DD96-4B73-9A60-71BB3474C0C1}" type="presParOf" srcId="{B85D8E9C-D9D3-4F3D-8D29-EC44CC9DBFEF}" destId="{A0C78DD5-5650-413F-B57C-CB4F452589C8}" srcOrd="5" destOrd="0" presId="urn:microsoft.com/office/officeart/2005/8/layout/vProcess5"/>
    <dgm:cxn modelId="{8C796E46-B5FC-48FE-BBDE-C2C48B183682}" type="presParOf" srcId="{B85D8E9C-D9D3-4F3D-8D29-EC44CC9DBFEF}" destId="{4378F9AE-2AD7-4730-96F5-99D08FDDDF8A}" srcOrd="6" destOrd="0" presId="urn:microsoft.com/office/officeart/2005/8/layout/vProcess5"/>
    <dgm:cxn modelId="{CB55326D-142E-4007-B719-32FAFDC0425B}" type="presParOf" srcId="{B85D8E9C-D9D3-4F3D-8D29-EC44CC9DBFEF}" destId="{8A0396B2-3B1F-44A3-AE60-C1DB3876727C}" srcOrd="7" destOrd="0" presId="urn:microsoft.com/office/officeart/2005/8/layout/vProcess5"/>
    <dgm:cxn modelId="{4F2038CD-5650-409D-8A4E-B1513D16A710}" type="presParOf" srcId="{B85D8E9C-D9D3-4F3D-8D29-EC44CC9DBFEF}" destId="{9D3370AD-AE61-48D8-AA0D-9AC124B920B8}" srcOrd="8" destOrd="0" presId="urn:microsoft.com/office/officeart/2005/8/layout/vProcess5"/>
    <dgm:cxn modelId="{247C5C09-5058-46F4-8640-53815DCB5791}" type="presParOf" srcId="{B85D8E9C-D9D3-4F3D-8D29-EC44CC9DBFEF}" destId="{2F10F28B-018B-407C-A676-46315AE7DECB}" srcOrd="9" destOrd="0" presId="urn:microsoft.com/office/officeart/2005/8/layout/vProcess5"/>
    <dgm:cxn modelId="{072DE94E-E2F6-4334-98A5-BCF121DD6FF4}" type="presParOf" srcId="{B85D8E9C-D9D3-4F3D-8D29-EC44CC9DBFEF}" destId="{9F17FB31-018E-4CCA-9C35-9D72E4C84430}" srcOrd="10" destOrd="0" presId="urn:microsoft.com/office/officeart/2005/8/layout/vProcess5"/>
    <dgm:cxn modelId="{7F6BE347-99E7-4945-A47A-C624F2F9DA05}" type="presParOf" srcId="{B85D8E9C-D9D3-4F3D-8D29-EC44CC9DBFEF}" destId="{81BF93F9-0105-40DE-A8A3-0384AFCDCB5A}" srcOrd="11" destOrd="0" presId="urn:microsoft.com/office/officeart/2005/8/layout/vProcess5"/>
    <dgm:cxn modelId="{05354C53-6EE5-4142-A682-DD25ED6A7534}" type="presParOf" srcId="{B85D8E9C-D9D3-4F3D-8D29-EC44CC9DBFEF}" destId="{3E9300E6-2A40-42F3-9020-2E785CC98D88}" srcOrd="12" destOrd="0" presId="urn:microsoft.com/office/officeart/2005/8/layout/vProcess5"/>
    <dgm:cxn modelId="{DFA79ADC-345F-4985-89A4-3FD76B488716}" type="presParOf" srcId="{B85D8E9C-D9D3-4F3D-8D29-EC44CC9DBFEF}" destId="{6EBBB6EE-0A09-4D70-B3D8-DCDF4FF33BE6}" srcOrd="13" destOrd="0" presId="urn:microsoft.com/office/officeart/2005/8/layout/vProcess5"/>
    <dgm:cxn modelId="{DCC3384C-7A21-46A9-83B2-1AAE5F10128F}" type="presParOf" srcId="{B85D8E9C-D9D3-4F3D-8D29-EC44CC9DBFEF}" destId="{E535EB45-2AC5-47EA-AFB6-F22009CE307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639121-C69F-49E9-8983-FDB4835A751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FA945DBE-A886-4BDF-B3EA-55A5B0DCAAD8}">
      <dgm:prSet phldrT="[Text]"/>
      <dgm:spPr/>
      <dgm:t>
        <a:bodyPr/>
        <a:lstStyle/>
        <a:p>
          <a:pPr>
            <a:buNone/>
          </a:pPr>
          <a:r>
            <a:rPr lang="en-US" b="1" dirty="0"/>
            <a:t>Complete sensor integration</a:t>
          </a:r>
          <a:br>
            <a:rPr lang="en-US" dirty="0"/>
          </a:br>
          <a:r>
            <a:rPr lang="en-US" dirty="0"/>
            <a:t>Integrate all selected sensors with ESP32</a:t>
          </a:r>
          <a:endParaRPr lang="en-IN" dirty="0"/>
        </a:p>
      </dgm:t>
    </dgm:pt>
    <dgm:pt modelId="{45096E29-DBC3-4AF8-A70C-CA07DA0FCEA5}" type="parTrans" cxnId="{31D47E15-A7A9-4599-8692-F7CB55DE929B}">
      <dgm:prSet/>
      <dgm:spPr/>
      <dgm:t>
        <a:bodyPr/>
        <a:lstStyle/>
        <a:p>
          <a:endParaRPr lang="en-IN"/>
        </a:p>
      </dgm:t>
    </dgm:pt>
    <dgm:pt modelId="{AAFAC058-9F37-41E1-9248-B168E30D7737}" type="sibTrans" cxnId="{31D47E15-A7A9-4599-8692-F7CB55DE929B}">
      <dgm:prSet phldrT="1"/>
      <dgm:spPr/>
      <dgm:t>
        <a:bodyPr/>
        <a:lstStyle/>
        <a:p>
          <a:r>
            <a:rPr lang="en-IN"/>
            <a:t>1</a:t>
          </a:r>
        </a:p>
      </dgm:t>
    </dgm:pt>
    <dgm:pt modelId="{AE94714E-85DF-4178-8B13-506DE2F306CF}">
      <dgm:prSet/>
      <dgm:spPr/>
      <dgm:t>
        <a:bodyPr/>
        <a:lstStyle/>
        <a:p>
          <a:pPr>
            <a:buNone/>
          </a:pPr>
          <a:r>
            <a:rPr lang="en-US" b="1" dirty="0"/>
            <a:t>Enable real-time data transmission</a:t>
          </a:r>
          <a:br>
            <a:rPr lang="en-US" dirty="0"/>
          </a:br>
          <a:r>
            <a:rPr lang="en-US" dirty="0"/>
            <a:t>Transmit sensor data continuously to cloud</a:t>
          </a:r>
        </a:p>
      </dgm:t>
    </dgm:pt>
    <dgm:pt modelId="{65B23905-EC78-44A5-9570-3BFC161707A6}" type="parTrans" cxnId="{9E122DF2-012E-423A-8364-E37616E93FC5}">
      <dgm:prSet/>
      <dgm:spPr/>
      <dgm:t>
        <a:bodyPr/>
        <a:lstStyle/>
        <a:p>
          <a:endParaRPr lang="en-IN"/>
        </a:p>
      </dgm:t>
    </dgm:pt>
    <dgm:pt modelId="{3C6A6C51-FBE1-4900-BD9C-28E3C633AA41}" type="sibTrans" cxnId="{9E122DF2-012E-423A-8364-E37616E93FC5}">
      <dgm:prSet phldrT="2"/>
      <dgm:spPr/>
      <dgm:t>
        <a:bodyPr/>
        <a:lstStyle/>
        <a:p>
          <a:r>
            <a:rPr lang="en-IN"/>
            <a:t>2</a:t>
          </a:r>
        </a:p>
      </dgm:t>
    </dgm:pt>
    <dgm:pt modelId="{3D883582-D947-4813-9DE2-70C345165321}">
      <dgm:prSet/>
      <dgm:spPr/>
      <dgm:t>
        <a:bodyPr/>
        <a:lstStyle/>
        <a:p>
          <a:pPr>
            <a:buNone/>
          </a:pPr>
          <a:r>
            <a:rPr lang="en-US" b="1" dirty="0"/>
            <a:t>Connect dashboard with live data</a:t>
          </a:r>
          <a:br>
            <a:rPr lang="en-US" dirty="0"/>
          </a:br>
          <a:r>
            <a:rPr lang="en-US" dirty="0"/>
            <a:t>Replace sample data with real-time inputs</a:t>
          </a:r>
        </a:p>
      </dgm:t>
    </dgm:pt>
    <dgm:pt modelId="{1444FBF9-C4A9-4943-95F5-8F8ADFD0EAAB}" type="parTrans" cxnId="{CBEA3D78-D3F3-4D5B-A4A0-E0465C9D1E5A}">
      <dgm:prSet/>
      <dgm:spPr/>
      <dgm:t>
        <a:bodyPr/>
        <a:lstStyle/>
        <a:p>
          <a:endParaRPr lang="en-IN"/>
        </a:p>
      </dgm:t>
    </dgm:pt>
    <dgm:pt modelId="{2FC153DA-F1CF-46A0-8297-86189EC766A8}" type="sibTrans" cxnId="{CBEA3D78-D3F3-4D5B-A4A0-E0465C9D1E5A}">
      <dgm:prSet phldrT="3"/>
      <dgm:spPr/>
      <dgm:t>
        <a:bodyPr/>
        <a:lstStyle/>
        <a:p>
          <a:r>
            <a:rPr lang="en-IN"/>
            <a:t>3</a:t>
          </a:r>
        </a:p>
      </dgm:t>
    </dgm:pt>
    <dgm:pt modelId="{40BFB7C5-5DFD-41E2-8600-4DAB5B439563}">
      <dgm:prSet/>
      <dgm:spPr/>
      <dgm:t>
        <a:bodyPr/>
        <a:lstStyle/>
        <a:p>
          <a:pPr>
            <a:buNone/>
          </a:pPr>
          <a:r>
            <a:rPr lang="en-US" b="1"/>
            <a:t>Implement alert system</a:t>
          </a:r>
          <a:br>
            <a:rPr lang="en-US"/>
          </a:br>
          <a:r>
            <a:rPr lang="en-US"/>
            <a:t>Notify users when air quality exceeds limits</a:t>
          </a:r>
        </a:p>
      </dgm:t>
    </dgm:pt>
    <dgm:pt modelId="{2A6EC9E9-ACE8-40BC-AAC6-4579380C6F8C}" type="parTrans" cxnId="{E152FA55-3FE9-4A4A-9CFF-1B349C037263}">
      <dgm:prSet/>
      <dgm:spPr/>
      <dgm:t>
        <a:bodyPr/>
        <a:lstStyle/>
        <a:p>
          <a:endParaRPr lang="en-IN"/>
        </a:p>
      </dgm:t>
    </dgm:pt>
    <dgm:pt modelId="{50EEABD0-43F2-491D-96D3-1C22FA57FE4C}" type="sibTrans" cxnId="{E152FA55-3FE9-4A4A-9CFF-1B349C037263}">
      <dgm:prSet phldrT="4"/>
      <dgm:spPr/>
      <dgm:t>
        <a:bodyPr/>
        <a:lstStyle/>
        <a:p>
          <a:r>
            <a:rPr lang="en-IN"/>
            <a:t>4</a:t>
          </a:r>
        </a:p>
      </dgm:t>
    </dgm:pt>
    <dgm:pt modelId="{05655FA2-9528-4AA6-AA8C-F390B16FEF99}" type="pres">
      <dgm:prSet presAssocID="{60639121-C69F-49E9-8983-FDB4835A751A}" presName="Name0" presStyleCnt="0">
        <dgm:presLayoutVars>
          <dgm:animLvl val="lvl"/>
          <dgm:resizeHandles val="exact"/>
        </dgm:presLayoutVars>
      </dgm:prSet>
      <dgm:spPr/>
    </dgm:pt>
    <dgm:pt modelId="{7A450FFE-01A5-47DE-B6F6-0DCD81798D4D}" type="pres">
      <dgm:prSet presAssocID="{FA945DBE-A886-4BDF-B3EA-55A5B0DCAAD8}" presName="compositeNode" presStyleCnt="0">
        <dgm:presLayoutVars>
          <dgm:bulletEnabled val="1"/>
        </dgm:presLayoutVars>
      </dgm:prSet>
      <dgm:spPr/>
    </dgm:pt>
    <dgm:pt modelId="{FE78024A-4157-452B-BD62-ACDB6FB8367D}" type="pres">
      <dgm:prSet presAssocID="{FA945DBE-A886-4BDF-B3EA-55A5B0DCAAD8}" presName="bgRect" presStyleLbl="bgAccFollowNode1" presStyleIdx="0" presStyleCnt="4"/>
      <dgm:spPr/>
    </dgm:pt>
    <dgm:pt modelId="{767CD802-7576-4EFB-B5EE-6DF2797D289B}" type="pres">
      <dgm:prSet presAssocID="{AAFAC058-9F37-41E1-9248-B168E30D7737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79E3E213-73E8-4DD3-8933-CAAAAC6095AD}" type="pres">
      <dgm:prSet presAssocID="{FA945DBE-A886-4BDF-B3EA-55A5B0DCAAD8}" presName="bottomLine" presStyleLbl="alignNode1" presStyleIdx="1" presStyleCnt="8">
        <dgm:presLayoutVars/>
      </dgm:prSet>
      <dgm:spPr/>
    </dgm:pt>
    <dgm:pt modelId="{F836C058-F6A7-44A2-A088-F4C5909D35EA}" type="pres">
      <dgm:prSet presAssocID="{FA945DBE-A886-4BDF-B3EA-55A5B0DCAAD8}" presName="nodeText" presStyleLbl="bgAccFollowNode1" presStyleIdx="0" presStyleCnt="4">
        <dgm:presLayoutVars>
          <dgm:bulletEnabled val="1"/>
        </dgm:presLayoutVars>
      </dgm:prSet>
      <dgm:spPr/>
    </dgm:pt>
    <dgm:pt modelId="{7FD98B6A-847D-4FDB-9202-B15105AAC7DB}" type="pres">
      <dgm:prSet presAssocID="{AAFAC058-9F37-41E1-9248-B168E30D7737}" presName="sibTrans" presStyleCnt="0"/>
      <dgm:spPr/>
    </dgm:pt>
    <dgm:pt modelId="{5B966A92-864D-4C34-81F2-965294B38D89}" type="pres">
      <dgm:prSet presAssocID="{AE94714E-85DF-4178-8B13-506DE2F306CF}" presName="compositeNode" presStyleCnt="0">
        <dgm:presLayoutVars>
          <dgm:bulletEnabled val="1"/>
        </dgm:presLayoutVars>
      </dgm:prSet>
      <dgm:spPr/>
    </dgm:pt>
    <dgm:pt modelId="{CFCA30A6-7304-4BAB-8645-469D35710874}" type="pres">
      <dgm:prSet presAssocID="{AE94714E-85DF-4178-8B13-506DE2F306CF}" presName="bgRect" presStyleLbl="bgAccFollowNode1" presStyleIdx="1" presStyleCnt="4"/>
      <dgm:spPr/>
    </dgm:pt>
    <dgm:pt modelId="{B0DE00ED-4B2A-49FB-807F-0DC45D070A03}" type="pres">
      <dgm:prSet presAssocID="{3C6A6C51-FBE1-4900-BD9C-28E3C633AA41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FDF28399-067B-4C16-87CE-A580B0DA070A}" type="pres">
      <dgm:prSet presAssocID="{AE94714E-85DF-4178-8B13-506DE2F306CF}" presName="bottomLine" presStyleLbl="alignNode1" presStyleIdx="3" presStyleCnt="8">
        <dgm:presLayoutVars/>
      </dgm:prSet>
      <dgm:spPr/>
    </dgm:pt>
    <dgm:pt modelId="{588B5CEC-359C-414A-8452-99EE6A22BF40}" type="pres">
      <dgm:prSet presAssocID="{AE94714E-85DF-4178-8B13-506DE2F306CF}" presName="nodeText" presStyleLbl="bgAccFollowNode1" presStyleIdx="1" presStyleCnt="4">
        <dgm:presLayoutVars>
          <dgm:bulletEnabled val="1"/>
        </dgm:presLayoutVars>
      </dgm:prSet>
      <dgm:spPr/>
    </dgm:pt>
    <dgm:pt modelId="{53BDCCD2-4367-4187-9EBF-A9C92154D179}" type="pres">
      <dgm:prSet presAssocID="{3C6A6C51-FBE1-4900-BD9C-28E3C633AA41}" presName="sibTrans" presStyleCnt="0"/>
      <dgm:spPr/>
    </dgm:pt>
    <dgm:pt modelId="{495D4AB6-B067-4123-A357-9756902A882C}" type="pres">
      <dgm:prSet presAssocID="{3D883582-D947-4813-9DE2-70C345165321}" presName="compositeNode" presStyleCnt="0">
        <dgm:presLayoutVars>
          <dgm:bulletEnabled val="1"/>
        </dgm:presLayoutVars>
      </dgm:prSet>
      <dgm:spPr/>
    </dgm:pt>
    <dgm:pt modelId="{3A8A5459-1D9A-4176-ACBB-E9EA88DE088F}" type="pres">
      <dgm:prSet presAssocID="{3D883582-D947-4813-9DE2-70C345165321}" presName="bgRect" presStyleLbl="bgAccFollowNode1" presStyleIdx="2" presStyleCnt="4"/>
      <dgm:spPr/>
    </dgm:pt>
    <dgm:pt modelId="{6C5BA62C-1182-4721-8F6A-F32A8D5CEB12}" type="pres">
      <dgm:prSet presAssocID="{2FC153DA-F1CF-46A0-8297-86189EC766A8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DAA46C67-7496-4347-8201-9A4021894164}" type="pres">
      <dgm:prSet presAssocID="{3D883582-D947-4813-9DE2-70C345165321}" presName="bottomLine" presStyleLbl="alignNode1" presStyleIdx="5" presStyleCnt="8">
        <dgm:presLayoutVars/>
      </dgm:prSet>
      <dgm:spPr/>
    </dgm:pt>
    <dgm:pt modelId="{A3AF99C8-5E1B-4514-806F-5283AC803777}" type="pres">
      <dgm:prSet presAssocID="{3D883582-D947-4813-9DE2-70C345165321}" presName="nodeText" presStyleLbl="bgAccFollowNode1" presStyleIdx="2" presStyleCnt="4">
        <dgm:presLayoutVars>
          <dgm:bulletEnabled val="1"/>
        </dgm:presLayoutVars>
      </dgm:prSet>
      <dgm:spPr/>
    </dgm:pt>
    <dgm:pt modelId="{837C060A-7AB5-4EA0-8ED3-C952CC39D555}" type="pres">
      <dgm:prSet presAssocID="{2FC153DA-F1CF-46A0-8297-86189EC766A8}" presName="sibTrans" presStyleCnt="0"/>
      <dgm:spPr/>
    </dgm:pt>
    <dgm:pt modelId="{5BA8A659-0DAF-4836-95A3-C13D621864D3}" type="pres">
      <dgm:prSet presAssocID="{40BFB7C5-5DFD-41E2-8600-4DAB5B439563}" presName="compositeNode" presStyleCnt="0">
        <dgm:presLayoutVars>
          <dgm:bulletEnabled val="1"/>
        </dgm:presLayoutVars>
      </dgm:prSet>
      <dgm:spPr/>
    </dgm:pt>
    <dgm:pt modelId="{F9BF0F61-489C-4CA1-8E1D-74579784603A}" type="pres">
      <dgm:prSet presAssocID="{40BFB7C5-5DFD-41E2-8600-4DAB5B439563}" presName="bgRect" presStyleLbl="bgAccFollowNode1" presStyleIdx="3" presStyleCnt="4"/>
      <dgm:spPr/>
    </dgm:pt>
    <dgm:pt modelId="{E188DF46-09E2-4F7A-A973-30CD37B7D8DE}" type="pres">
      <dgm:prSet presAssocID="{50EEABD0-43F2-491D-96D3-1C22FA57FE4C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6D6B2858-1369-4C91-AAB5-75EE19160F5B}" type="pres">
      <dgm:prSet presAssocID="{40BFB7C5-5DFD-41E2-8600-4DAB5B439563}" presName="bottomLine" presStyleLbl="alignNode1" presStyleIdx="7" presStyleCnt="8">
        <dgm:presLayoutVars/>
      </dgm:prSet>
      <dgm:spPr/>
    </dgm:pt>
    <dgm:pt modelId="{95874C7F-BE92-441E-B6D2-85131D38D226}" type="pres">
      <dgm:prSet presAssocID="{40BFB7C5-5DFD-41E2-8600-4DAB5B439563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EAC92B00-C6E8-47F0-8A1E-025574D21CB3}" type="presOf" srcId="{AE94714E-85DF-4178-8B13-506DE2F306CF}" destId="{588B5CEC-359C-414A-8452-99EE6A22BF40}" srcOrd="1" destOrd="0" presId="urn:microsoft.com/office/officeart/2016/7/layout/BasicLinearProcessNumbered"/>
    <dgm:cxn modelId="{31D47E15-A7A9-4599-8692-F7CB55DE929B}" srcId="{60639121-C69F-49E9-8983-FDB4835A751A}" destId="{FA945DBE-A886-4BDF-B3EA-55A5B0DCAAD8}" srcOrd="0" destOrd="0" parTransId="{45096E29-DBC3-4AF8-A70C-CA07DA0FCEA5}" sibTransId="{AAFAC058-9F37-41E1-9248-B168E30D7737}"/>
    <dgm:cxn modelId="{F688B928-B59E-4327-ACA1-5EB13D13D21C}" type="presOf" srcId="{AE94714E-85DF-4178-8B13-506DE2F306CF}" destId="{CFCA30A6-7304-4BAB-8645-469D35710874}" srcOrd="0" destOrd="0" presId="urn:microsoft.com/office/officeart/2016/7/layout/BasicLinearProcessNumbered"/>
    <dgm:cxn modelId="{E152FA55-3FE9-4A4A-9CFF-1B349C037263}" srcId="{60639121-C69F-49E9-8983-FDB4835A751A}" destId="{40BFB7C5-5DFD-41E2-8600-4DAB5B439563}" srcOrd="3" destOrd="0" parTransId="{2A6EC9E9-ACE8-40BC-AAC6-4579380C6F8C}" sibTransId="{50EEABD0-43F2-491D-96D3-1C22FA57FE4C}"/>
    <dgm:cxn modelId="{CBEA3D78-D3F3-4D5B-A4A0-E0465C9D1E5A}" srcId="{60639121-C69F-49E9-8983-FDB4835A751A}" destId="{3D883582-D947-4813-9DE2-70C345165321}" srcOrd="2" destOrd="0" parTransId="{1444FBF9-C4A9-4943-95F5-8F8ADFD0EAAB}" sibTransId="{2FC153DA-F1CF-46A0-8297-86189EC766A8}"/>
    <dgm:cxn modelId="{273AF581-B586-409F-8280-53603305DD2A}" type="presOf" srcId="{AAFAC058-9F37-41E1-9248-B168E30D7737}" destId="{767CD802-7576-4EFB-B5EE-6DF2797D289B}" srcOrd="0" destOrd="0" presId="urn:microsoft.com/office/officeart/2016/7/layout/BasicLinearProcessNumbered"/>
    <dgm:cxn modelId="{4FF1CF85-1DEE-4C7A-AA89-768AC2BA0F3E}" type="presOf" srcId="{40BFB7C5-5DFD-41E2-8600-4DAB5B439563}" destId="{95874C7F-BE92-441E-B6D2-85131D38D226}" srcOrd="1" destOrd="0" presId="urn:microsoft.com/office/officeart/2016/7/layout/BasicLinearProcessNumbered"/>
    <dgm:cxn modelId="{144D738B-A47F-420D-BE6D-73DE436D65EF}" type="presOf" srcId="{50EEABD0-43F2-491D-96D3-1C22FA57FE4C}" destId="{E188DF46-09E2-4F7A-A973-30CD37B7D8DE}" srcOrd="0" destOrd="0" presId="urn:microsoft.com/office/officeart/2016/7/layout/BasicLinearProcessNumbered"/>
    <dgm:cxn modelId="{7386B9AC-12BE-401D-9476-6FD681C35692}" type="presOf" srcId="{40BFB7C5-5DFD-41E2-8600-4DAB5B439563}" destId="{F9BF0F61-489C-4CA1-8E1D-74579784603A}" srcOrd="0" destOrd="0" presId="urn:microsoft.com/office/officeart/2016/7/layout/BasicLinearProcessNumbered"/>
    <dgm:cxn modelId="{B6A7AAAF-9705-4C66-BB0D-B58E1800F8C1}" type="presOf" srcId="{FA945DBE-A886-4BDF-B3EA-55A5B0DCAAD8}" destId="{F836C058-F6A7-44A2-A088-F4C5909D35EA}" srcOrd="1" destOrd="0" presId="urn:microsoft.com/office/officeart/2016/7/layout/BasicLinearProcessNumbered"/>
    <dgm:cxn modelId="{78D6A8C0-F9CD-4227-9CFE-CED538DF0978}" type="presOf" srcId="{2FC153DA-F1CF-46A0-8297-86189EC766A8}" destId="{6C5BA62C-1182-4721-8F6A-F32A8D5CEB12}" srcOrd="0" destOrd="0" presId="urn:microsoft.com/office/officeart/2016/7/layout/BasicLinearProcessNumbered"/>
    <dgm:cxn modelId="{82FE63C8-889E-4367-B654-4E4FE3FC69A0}" type="presOf" srcId="{FA945DBE-A886-4BDF-B3EA-55A5B0DCAAD8}" destId="{FE78024A-4157-452B-BD62-ACDB6FB8367D}" srcOrd="0" destOrd="0" presId="urn:microsoft.com/office/officeart/2016/7/layout/BasicLinearProcessNumbered"/>
    <dgm:cxn modelId="{1320D5D6-FB69-409A-9ED9-87F06FC3AD86}" type="presOf" srcId="{3C6A6C51-FBE1-4900-BD9C-28E3C633AA41}" destId="{B0DE00ED-4B2A-49FB-807F-0DC45D070A03}" srcOrd="0" destOrd="0" presId="urn:microsoft.com/office/officeart/2016/7/layout/BasicLinearProcessNumbered"/>
    <dgm:cxn modelId="{917727E8-7EDB-4727-9402-5DD96316D189}" type="presOf" srcId="{60639121-C69F-49E9-8983-FDB4835A751A}" destId="{05655FA2-9528-4AA6-AA8C-F390B16FEF99}" srcOrd="0" destOrd="0" presId="urn:microsoft.com/office/officeart/2016/7/layout/BasicLinearProcessNumbered"/>
    <dgm:cxn modelId="{9E122DF2-012E-423A-8364-E37616E93FC5}" srcId="{60639121-C69F-49E9-8983-FDB4835A751A}" destId="{AE94714E-85DF-4178-8B13-506DE2F306CF}" srcOrd="1" destOrd="0" parTransId="{65B23905-EC78-44A5-9570-3BFC161707A6}" sibTransId="{3C6A6C51-FBE1-4900-BD9C-28E3C633AA41}"/>
    <dgm:cxn modelId="{11AB4DF9-2DA0-4004-A970-EB03DF7E0989}" type="presOf" srcId="{3D883582-D947-4813-9DE2-70C345165321}" destId="{3A8A5459-1D9A-4176-ACBB-E9EA88DE088F}" srcOrd="0" destOrd="0" presId="urn:microsoft.com/office/officeart/2016/7/layout/BasicLinearProcessNumbered"/>
    <dgm:cxn modelId="{3384EBFE-EB0A-48E0-B915-5B9ADFBFEC26}" type="presOf" srcId="{3D883582-D947-4813-9DE2-70C345165321}" destId="{A3AF99C8-5E1B-4514-806F-5283AC803777}" srcOrd="1" destOrd="0" presId="urn:microsoft.com/office/officeart/2016/7/layout/BasicLinearProcessNumbered"/>
    <dgm:cxn modelId="{A867D31F-575D-4FED-969F-BCD6FC5F10FA}" type="presParOf" srcId="{05655FA2-9528-4AA6-AA8C-F390B16FEF99}" destId="{7A450FFE-01A5-47DE-B6F6-0DCD81798D4D}" srcOrd="0" destOrd="0" presId="urn:microsoft.com/office/officeart/2016/7/layout/BasicLinearProcessNumbered"/>
    <dgm:cxn modelId="{198469BA-1108-4B43-8AD3-A402CA76F4C7}" type="presParOf" srcId="{7A450FFE-01A5-47DE-B6F6-0DCD81798D4D}" destId="{FE78024A-4157-452B-BD62-ACDB6FB8367D}" srcOrd="0" destOrd="0" presId="urn:microsoft.com/office/officeart/2016/7/layout/BasicLinearProcessNumbered"/>
    <dgm:cxn modelId="{8ABE780F-BD89-41EC-939A-0CE25FDC6969}" type="presParOf" srcId="{7A450FFE-01A5-47DE-B6F6-0DCD81798D4D}" destId="{767CD802-7576-4EFB-B5EE-6DF2797D289B}" srcOrd="1" destOrd="0" presId="urn:microsoft.com/office/officeart/2016/7/layout/BasicLinearProcessNumbered"/>
    <dgm:cxn modelId="{50A0FBAF-BC77-4F58-B59E-DDF4820EB657}" type="presParOf" srcId="{7A450FFE-01A5-47DE-B6F6-0DCD81798D4D}" destId="{79E3E213-73E8-4DD3-8933-CAAAAC6095AD}" srcOrd="2" destOrd="0" presId="urn:microsoft.com/office/officeart/2016/7/layout/BasicLinearProcessNumbered"/>
    <dgm:cxn modelId="{9A21C84D-FB52-4F2F-97D5-6BEEE4A4D21D}" type="presParOf" srcId="{7A450FFE-01A5-47DE-B6F6-0DCD81798D4D}" destId="{F836C058-F6A7-44A2-A088-F4C5909D35EA}" srcOrd="3" destOrd="0" presId="urn:microsoft.com/office/officeart/2016/7/layout/BasicLinearProcessNumbered"/>
    <dgm:cxn modelId="{4BD2F893-610A-479B-8A3B-4CD07C61917C}" type="presParOf" srcId="{05655FA2-9528-4AA6-AA8C-F390B16FEF99}" destId="{7FD98B6A-847D-4FDB-9202-B15105AAC7DB}" srcOrd="1" destOrd="0" presId="urn:microsoft.com/office/officeart/2016/7/layout/BasicLinearProcessNumbered"/>
    <dgm:cxn modelId="{620D6F00-8BBC-4F08-9E20-6EA988F65A2B}" type="presParOf" srcId="{05655FA2-9528-4AA6-AA8C-F390B16FEF99}" destId="{5B966A92-864D-4C34-81F2-965294B38D89}" srcOrd="2" destOrd="0" presId="urn:microsoft.com/office/officeart/2016/7/layout/BasicLinearProcessNumbered"/>
    <dgm:cxn modelId="{6A71D12D-0D1A-4C90-B531-16151FE1954C}" type="presParOf" srcId="{5B966A92-864D-4C34-81F2-965294B38D89}" destId="{CFCA30A6-7304-4BAB-8645-469D35710874}" srcOrd="0" destOrd="0" presId="urn:microsoft.com/office/officeart/2016/7/layout/BasicLinearProcessNumbered"/>
    <dgm:cxn modelId="{C75758EF-E3F0-4F5D-869A-52029269476A}" type="presParOf" srcId="{5B966A92-864D-4C34-81F2-965294B38D89}" destId="{B0DE00ED-4B2A-49FB-807F-0DC45D070A03}" srcOrd="1" destOrd="0" presId="urn:microsoft.com/office/officeart/2016/7/layout/BasicLinearProcessNumbered"/>
    <dgm:cxn modelId="{B4071F81-4452-4A18-81DA-D662FB74203C}" type="presParOf" srcId="{5B966A92-864D-4C34-81F2-965294B38D89}" destId="{FDF28399-067B-4C16-87CE-A580B0DA070A}" srcOrd="2" destOrd="0" presId="urn:microsoft.com/office/officeart/2016/7/layout/BasicLinearProcessNumbered"/>
    <dgm:cxn modelId="{A4401257-9723-477A-A032-A6465E254592}" type="presParOf" srcId="{5B966A92-864D-4C34-81F2-965294B38D89}" destId="{588B5CEC-359C-414A-8452-99EE6A22BF40}" srcOrd="3" destOrd="0" presId="urn:microsoft.com/office/officeart/2016/7/layout/BasicLinearProcessNumbered"/>
    <dgm:cxn modelId="{54EF52A3-8584-4FF1-A3BC-19832668691B}" type="presParOf" srcId="{05655FA2-9528-4AA6-AA8C-F390B16FEF99}" destId="{53BDCCD2-4367-4187-9EBF-A9C92154D179}" srcOrd="3" destOrd="0" presId="urn:microsoft.com/office/officeart/2016/7/layout/BasicLinearProcessNumbered"/>
    <dgm:cxn modelId="{9299E93F-86A2-4417-84C6-DFA6A29AD4A7}" type="presParOf" srcId="{05655FA2-9528-4AA6-AA8C-F390B16FEF99}" destId="{495D4AB6-B067-4123-A357-9756902A882C}" srcOrd="4" destOrd="0" presId="urn:microsoft.com/office/officeart/2016/7/layout/BasicLinearProcessNumbered"/>
    <dgm:cxn modelId="{2AA98CAD-B615-44EB-8186-C0E2D4BC2EFA}" type="presParOf" srcId="{495D4AB6-B067-4123-A357-9756902A882C}" destId="{3A8A5459-1D9A-4176-ACBB-E9EA88DE088F}" srcOrd="0" destOrd="0" presId="urn:microsoft.com/office/officeart/2016/7/layout/BasicLinearProcessNumbered"/>
    <dgm:cxn modelId="{237A3596-FEF2-45B3-B784-49DA34F9CA9E}" type="presParOf" srcId="{495D4AB6-B067-4123-A357-9756902A882C}" destId="{6C5BA62C-1182-4721-8F6A-F32A8D5CEB12}" srcOrd="1" destOrd="0" presId="urn:microsoft.com/office/officeart/2016/7/layout/BasicLinearProcessNumbered"/>
    <dgm:cxn modelId="{D6B00D80-418D-458E-8906-AF9BE4AEBE07}" type="presParOf" srcId="{495D4AB6-B067-4123-A357-9756902A882C}" destId="{DAA46C67-7496-4347-8201-9A4021894164}" srcOrd="2" destOrd="0" presId="urn:microsoft.com/office/officeart/2016/7/layout/BasicLinearProcessNumbered"/>
    <dgm:cxn modelId="{693D765F-3D62-4831-A255-6586417E8FB1}" type="presParOf" srcId="{495D4AB6-B067-4123-A357-9756902A882C}" destId="{A3AF99C8-5E1B-4514-806F-5283AC803777}" srcOrd="3" destOrd="0" presId="urn:microsoft.com/office/officeart/2016/7/layout/BasicLinearProcessNumbered"/>
    <dgm:cxn modelId="{101E484E-03C8-4C2B-8A4D-4DDB85368B54}" type="presParOf" srcId="{05655FA2-9528-4AA6-AA8C-F390B16FEF99}" destId="{837C060A-7AB5-4EA0-8ED3-C952CC39D555}" srcOrd="5" destOrd="0" presId="urn:microsoft.com/office/officeart/2016/7/layout/BasicLinearProcessNumbered"/>
    <dgm:cxn modelId="{D061AB2B-9C8E-4787-B1A7-DC8A1FBA7BF2}" type="presParOf" srcId="{05655FA2-9528-4AA6-AA8C-F390B16FEF99}" destId="{5BA8A659-0DAF-4836-95A3-C13D621864D3}" srcOrd="6" destOrd="0" presId="urn:microsoft.com/office/officeart/2016/7/layout/BasicLinearProcessNumbered"/>
    <dgm:cxn modelId="{913B9F95-1431-4AF7-9DD0-71AB12D30D96}" type="presParOf" srcId="{5BA8A659-0DAF-4836-95A3-C13D621864D3}" destId="{F9BF0F61-489C-4CA1-8E1D-74579784603A}" srcOrd="0" destOrd="0" presId="urn:microsoft.com/office/officeart/2016/7/layout/BasicLinearProcessNumbered"/>
    <dgm:cxn modelId="{268BAA33-3FBE-40A4-B212-00F0D3AACEB5}" type="presParOf" srcId="{5BA8A659-0DAF-4836-95A3-C13D621864D3}" destId="{E188DF46-09E2-4F7A-A973-30CD37B7D8DE}" srcOrd="1" destOrd="0" presId="urn:microsoft.com/office/officeart/2016/7/layout/BasicLinearProcessNumbered"/>
    <dgm:cxn modelId="{7C181F2C-9E81-47FC-8F28-42E8BACA0599}" type="presParOf" srcId="{5BA8A659-0DAF-4836-95A3-C13D621864D3}" destId="{6D6B2858-1369-4C91-AAB5-75EE19160F5B}" srcOrd="2" destOrd="0" presId="urn:microsoft.com/office/officeart/2016/7/layout/BasicLinearProcessNumbered"/>
    <dgm:cxn modelId="{ADCC16EA-2FF0-4A72-9ADA-B9FFD2B1912C}" type="presParOf" srcId="{5BA8A659-0DAF-4836-95A3-C13D621864D3}" destId="{95874C7F-BE92-441E-B6D2-85131D38D226}" srcOrd="3" destOrd="0" presId="urn:microsoft.com/office/officeart/2016/7/layout/BasicLinearProcessNumbered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9CE3EA-0FDB-47C1-8646-F1004C195C19}">
      <dsp:nvSpPr>
        <dsp:cNvPr id="0" name=""/>
        <dsp:cNvSpPr/>
      </dsp:nvSpPr>
      <dsp:spPr>
        <a:xfrm>
          <a:off x="1434414" y="1869"/>
          <a:ext cx="5737660" cy="96846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7" tIns="245991" rIns="111327" bIns="245991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design and implement </a:t>
          </a:r>
          <a:r>
            <a:rPr lang="en-US" sz="1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AirShield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an IoT-based indoor air quality monitoring system for classrooms, hostels, and small indoor spaces.</a:t>
          </a:r>
        </a:p>
      </dsp:txBody>
      <dsp:txXfrm>
        <a:off x="1434414" y="1869"/>
        <a:ext cx="5737660" cy="968466"/>
      </dsp:txXfrm>
    </dsp:sp>
    <dsp:sp modelId="{4163FA11-8101-4552-89FA-EE99F192E05E}">
      <dsp:nvSpPr>
        <dsp:cNvPr id="0" name=""/>
        <dsp:cNvSpPr/>
      </dsp:nvSpPr>
      <dsp:spPr>
        <a:xfrm>
          <a:off x="0" y="1869"/>
          <a:ext cx="1434415" cy="9684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904" tIns="95663" rIns="75904" bIns="9566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 and implement</a:t>
          </a:r>
        </a:p>
      </dsp:txBody>
      <dsp:txXfrm>
        <a:off x="0" y="1869"/>
        <a:ext cx="1434415" cy="968466"/>
      </dsp:txXfrm>
    </dsp:sp>
    <dsp:sp modelId="{EE918686-2F9F-4744-B407-C630AFE46284}">
      <dsp:nvSpPr>
        <dsp:cNvPr id="0" name=""/>
        <dsp:cNvSpPr/>
      </dsp:nvSpPr>
      <dsp:spPr>
        <a:xfrm>
          <a:off x="1434415" y="1028444"/>
          <a:ext cx="5737660" cy="968466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7" tIns="245991" rIns="111327" bIns="245991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continuously measure key parameters: CO₂, PM2.5, VOCs, temperature, and humidity.</a:t>
          </a:r>
        </a:p>
      </dsp:txBody>
      <dsp:txXfrm>
        <a:off x="1434415" y="1028444"/>
        <a:ext cx="5737660" cy="968466"/>
      </dsp:txXfrm>
    </dsp:sp>
    <dsp:sp modelId="{AFEEC447-8143-4CBF-9628-3995BD340322}">
      <dsp:nvSpPr>
        <dsp:cNvPr id="0" name=""/>
        <dsp:cNvSpPr/>
      </dsp:nvSpPr>
      <dsp:spPr>
        <a:xfrm>
          <a:off x="0" y="1028444"/>
          <a:ext cx="1434415" cy="968466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904" tIns="95663" rIns="75904" bIns="9566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Measure</a:t>
          </a:r>
        </a:p>
      </dsp:txBody>
      <dsp:txXfrm>
        <a:off x="0" y="1028444"/>
        <a:ext cx="1434415" cy="968466"/>
      </dsp:txXfrm>
    </dsp:sp>
    <dsp:sp modelId="{6D6AA219-506C-4424-BE6D-93A753957172}">
      <dsp:nvSpPr>
        <dsp:cNvPr id="0" name=""/>
        <dsp:cNvSpPr/>
      </dsp:nvSpPr>
      <dsp:spPr>
        <a:xfrm>
          <a:off x="1434415" y="2055019"/>
          <a:ext cx="5737660" cy="968466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7" tIns="245991" rIns="111327" bIns="245991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provide threshold-based alerts through LEDs, buzzers, and SMS/Telegram notifications when air quality is unsafe.</a:t>
          </a:r>
        </a:p>
      </dsp:txBody>
      <dsp:txXfrm>
        <a:off x="1434415" y="2055019"/>
        <a:ext cx="5737660" cy="968466"/>
      </dsp:txXfrm>
    </dsp:sp>
    <dsp:sp modelId="{121C7491-40E3-48A3-ACB6-0590BA1DA220}">
      <dsp:nvSpPr>
        <dsp:cNvPr id="0" name=""/>
        <dsp:cNvSpPr/>
      </dsp:nvSpPr>
      <dsp:spPr>
        <a:xfrm>
          <a:off x="0" y="2055019"/>
          <a:ext cx="1434415" cy="968466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904" tIns="95663" rIns="75904" bIns="9566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</a:t>
          </a:r>
        </a:p>
      </dsp:txBody>
      <dsp:txXfrm>
        <a:off x="0" y="2055019"/>
        <a:ext cx="1434415" cy="968466"/>
      </dsp:txXfrm>
    </dsp:sp>
    <dsp:sp modelId="{A5C9F9D8-2DAF-4F34-A120-2C99A5A11667}">
      <dsp:nvSpPr>
        <dsp:cNvPr id="0" name=""/>
        <dsp:cNvSpPr/>
      </dsp:nvSpPr>
      <dsp:spPr>
        <a:xfrm>
          <a:off x="1434415" y="3081593"/>
          <a:ext cx="5737660" cy="968466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7" tIns="245991" rIns="111327" bIns="245991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display real-time data and historical trends on an interactive dashboard for easy monitoring.</a:t>
          </a:r>
        </a:p>
      </dsp:txBody>
      <dsp:txXfrm>
        <a:off x="1434415" y="3081593"/>
        <a:ext cx="5737660" cy="968466"/>
      </dsp:txXfrm>
    </dsp:sp>
    <dsp:sp modelId="{CDEC5814-6C6F-470E-AD59-959801C1A5C0}">
      <dsp:nvSpPr>
        <dsp:cNvPr id="0" name=""/>
        <dsp:cNvSpPr/>
      </dsp:nvSpPr>
      <dsp:spPr>
        <a:xfrm>
          <a:off x="0" y="3083463"/>
          <a:ext cx="1434415" cy="96846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904" tIns="95663" rIns="75904" bIns="9566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Display</a:t>
          </a:r>
        </a:p>
      </dsp:txBody>
      <dsp:txXfrm>
        <a:off x="0" y="3083463"/>
        <a:ext cx="1434415" cy="9684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29C769-06B9-4CA0-8F90-E7EAA9AD90BC}">
      <dsp:nvSpPr>
        <dsp:cNvPr id="0" name=""/>
        <dsp:cNvSpPr/>
      </dsp:nvSpPr>
      <dsp:spPr>
        <a:xfrm>
          <a:off x="-4920789" y="-754037"/>
          <a:ext cx="5860619" cy="5860619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FC4E4F-5D97-4417-B363-B5C73FFFEAA0}">
      <dsp:nvSpPr>
        <dsp:cNvPr id="0" name=""/>
        <dsp:cNvSpPr/>
      </dsp:nvSpPr>
      <dsp:spPr>
        <a:xfrm>
          <a:off x="350701" y="229204"/>
          <a:ext cx="10105155" cy="45823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725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300" b="0" i="0" u="none" strike="noStrike" kern="1200" cap="none" normalizeH="0" baseline="0">
              <a:effectLst/>
              <a:latin typeface="Arial" panose="020B0604020202020204" pitchFamily="34" charset="0"/>
            </a:rPr>
            <a:t>Problem analysis and literature review completed</a:t>
          </a:r>
          <a:endParaRPr lang="en-IN" sz="2300" kern="1200"/>
        </a:p>
      </dsp:txBody>
      <dsp:txXfrm>
        <a:off x="350701" y="229204"/>
        <a:ext cx="10105155" cy="458235"/>
      </dsp:txXfrm>
    </dsp:sp>
    <dsp:sp modelId="{91EDF9B1-ABC7-42FB-9D4B-20F00FF8CEA4}">
      <dsp:nvSpPr>
        <dsp:cNvPr id="0" name=""/>
        <dsp:cNvSpPr/>
      </dsp:nvSpPr>
      <dsp:spPr>
        <a:xfrm>
          <a:off x="64303" y="171925"/>
          <a:ext cx="572794" cy="5727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582AD-F4ED-4C0C-898B-094A9AD77F15}">
      <dsp:nvSpPr>
        <dsp:cNvPr id="0" name=""/>
        <dsp:cNvSpPr/>
      </dsp:nvSpPr>
      <dsp:spPr>
        <a:xfrm>
          <a:off x="727631" y="916471"/>
          <a:ext cx="9728224" cy="458235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725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300" b="0" i="0" u="none" strike="noStrike" kern="1200" cap="none" normalizeH="0" baseline="0">
              <a:effectLst/>
              <a:latin typeface="Arial" panose="020B0604020202020204" pitchFamily="34" charset="0"/>
            </a:rPr>
            <a:t>IAQ parameters finalized</a:t>
          </a:r>
          <a:endParaRPr lang="en-IN" sz="2300" kern="1200"/>
        </a:p>
      </dsp:txBody>
      <dsp:txXfrm>
        <a:off x="727631" y="916471"/>
        <a:ext cx="9728224" cy="458235"/>
      </dsp:txXfrm>
    </dsp:sp>
    <dsp:sp modelId="{758257A8-223A-402D-8C2C-BBE3E9EC160D}">
      <dsp:nvSpPr>
        <dsp:cNvPr id="0" name=""/>
        <dsp:cNvSpPr/>
      </dsp:nvSpPr>
      <dsp:spPr>
        <a:xfrm>
          <a:off x="441233" y="859192"/>
          <a:ext cx="572794" cy="5727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D3A1A-F611-41E0-A922-FEBAE7A5EB78}">
      <dsp:nvSpPr>
        <dsp:cNvPr id="0" name=""/>
        <dsp:cNvSpPr/>
      </dsp:nvSpPr>
      <dsp:spPr>
        <a:xfrm>
          <a:off x="899992" y="1603738"/>
          <a:ext cx="9555864" cy="458235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725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300" b="0" i="0" u="none" strike="noStrike" kern="1200" cap="none" normalizeH="0" baseline="0">
              <a:effectLst/>
              <a:latin typeface="Arial" panose="020B0604020202020204" pitchFamily="34" charset="0"/>
            </a:rPr>
            <a:t>Sensors and hardware selected</a:t>
          </a:r>
          <a:endParaRPr lang="en-IN" sz="2300" kern="1200"/>
        </a:p>
      </dsp:txBody>
      <dsp:txXfrm>
        <a:off x="899992" y="1603738"/>
        <a:ext cx="9555864" cy="458235"/>
      </dsp:txXfrm>
    </dsp:sp>
    <dsp:sp modelId="{A1793911-6BBA-4EF5-AFD7-36C7A5163D6B}">
      <dsp:nvSpPr>
        <dsp:cNvPr id="0" name=""/>
        <dsp:cNvSpPr/>
      </dsp:nvSpPr>
      <dsp:spPr>
        <a:xfrm>
          <a:off x="613594" y="1546458"/>
          <a:ext cx="572794" cy="5727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1E8578-241C-4BF5-B538-C315D5353C06}">
      <dsp:nvSpPr>
        <dsp:cNvPr id="0" name=""/>
        <dsp:cNvSpPr/>
      </dsp:nvSpPr>
      <dsp:spPr>
        <a:xfrm>
          <a:off x="899992" y="2290569"/>
          <a:ext cx="9555864" cy="458235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725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300" b="0" i="0" u="none" strike="noStrike" kern="1200" cap="none" normalizeH="0" baseline="0">
              <a:effectLst/>
              <a:latin typeface="Arial" panose="020B0604020202020204" pitchFamily="34" charset="0"/>
            </a:rPr>
            <a:t>System architecture designed</a:t>
          </a:r>
        </a:p>
      </dsp:txBody>
      <dsp:txXfrm>
        <a:off x="899992" y="2290569"/>
        <a:ext cx="9555864" cy="458235"/>
      </dsp:txXfrm>
    </dsp:sp>
    <dsp:sp modelId="{586260AC-7C98-4E83-BF52-2102959AE7B5}">
      <dsp:nvSpPr>
        <dsp:cNvPr id="0" name=""/>
        <dsp:cNvSpPr/>
      </dsp:nvSpPr>
      <dsp:spPr>
        <a:xfrm>
          <a:off x="613594" y="2233290"/>
          <a:ext cx="572794" cy="5727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589F8F-6E3E-42B0-BADC-102608827936}">
      <dsp:nvSpPr>
        <dsp:cNvPr id="0" name=""/>
        <dsp:cNvSpPr/>
      </dsp:nvSpPr>
      <dsp:spPr>
        <a:xfrm>
          <a:off x="727631" y="2977836"/>
          <a:ext cx="9728224" cy="458235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725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300" b="0" i="0" u="none" strike="noStrike" kern="1200" cap="none" normalizeH="0" baseline="0">
              <a:effectLst/>
              <a:latin typeface="Arial" panose="020B0604020202020204" pitchFamily="34" charset="0"/>
            </a:rPr>
            <a:t>Dashboard concept designed</a:t>
          </a:r>
        </a:p>
      </dsp:txBody>
      <dsp:txXfrm>
        <a:off x="727631" y="2977836"/>
        <a:ext cx="9728224" cy="458235"/>
      </dsp:txXfrm>
    </dsp:sp>
    <dsp:sp modelId="{E75CA068-690D-454A-94C9-7E62854218EE}">
      <dsp:nvSpPr>
        <dsp:cNvPr id="0" name=""/>
        <dsp:cNvSpPr/>
      </dsp:nvSpPr>
      <dsp:spPr>
        <a:xfrm>
          <a:off x="441233" y="2920557"/>
          <a:ext cx="572794" cy="5727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128742-98DC-4D05-98A9-E86AABAFBE4F}">
      <dsp:nvSpPr>
        <dsp:cNvPr id="0" name=""/>
        <dsp:cNvSpPr/>
      </dsp:nvSpPr>
      <dsp:spPr>
        <a:xfrm>
          <a:off x="350701" y="3665103"/>
          <a:ext cx="10105155" cy="45823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725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300" b="0" i="0" u="none" strike="noStrike" kern="1200" cap="none" normalizeH="0" baseline="0">
              <a:effectLst/>
              <a:latin typeface="Arial" panose="020B0604020202020204" pitchFamily="34" charset="0"/>
            </a:rPr>
            <a:t>Cloud platform studied</a:t>
          </a:r>
        </a:p>
      </dsp:txBody>
      <dsp:txXfrm>
        <a:off x="350701" y="3665103"/>
        <a:ext cx="10105155" cy="458235"/>
      </dsp:txXfrm>
    </dsp:sp>
    <dsp:sp modelId="{BB0AAE1B-DAB9-418A-8B76-28EB4DCAD0F2}">
      <dsp:nvSpPr>
        <dsp:cNvPr id="0" name=""/>
        <dsp:cNvSpPr/>
      </dsp:nvSpPr>
      <dsp:spPr>
        <a:xfrm>
          <a:off x="64303" y="3607823"/>
          <a:ext cx="572794" cy="5727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11C528-8E19-4B86-B3C7-38F3168CDDA5}">
      <dsp:nvSpPr>
        <dsp:cNvPr id="0" name=""/>
        <dsp:cNvSpPr/>
      </dsp:nvSpPr>
      <dsp:spPr>
        <a:xfrm>
          <a:off x="0" y="0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Data Collection </a:t>
          </a:r>
          <a:r>
            <a:rPr lang="en-IN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Sensors capture air quality</a:t>
          </a:r>
        </a:p>
      </dsp:txBody>
      <dsp:txXfrm>
        <a:off x="19451" y="19451"/>
        <a:ext cx="7620120" cy="625190"/>
      </dsp:txXfrm>
    </dsp:sp>
    <dsp:sp modelId="{6365456E-B74C-44C7-8B03-278F4D761272}">
      <dsp:nvSpPr>
        <dsp:cNvPr id="0" name=""/>
        <dsp:cNvSpPr/>
      </dsp:nvSpPr>
      <dsp:spPr>
        <a:xfrm>
          <a:off x="628350" y="756328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Processing </a:t>
          </a:r>
          <a:r>
            <a:rPr lang="en-IN" sz="2800" kern="1200"/>
            <a:t>ESP32 processes data</a:t>
          </a:r>
          <a:endParaRPr lang="en-IN" sz="28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7801" y="775779"/>
        <a:ext cx="7315515" cy="625190"/>
      </dsp:txXfrm>
    </dsp:sp>
    <dsp:sp modelId="{C1698737-2181-4557-AEF8-415B5A5C932D}">
      <dsp:nvSpPr>
        <dsp:cNvPr id="0" name=""/>
        <dsp:cNvSpPr/>
      </dsp:nvSpPr>
      <dsp:spPr>
        <a:xfrm>
          <a:off x="1256700" y="1512656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Transmission </a:t>
          </a:r>
          <a:r>
            <a:rPr lang="en-US" sz="28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Data sent to </a:t>
          </a:r>
          <a:r>
            <a:rPr lang="en-IN" sz="2800" kern="1200"/>
            <a:t>Cloud)</a:t>
          </a:r>
          <a:endParaRPr lang="en-IN" sz="28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76151" y="1532107"/>
        <a:ext cx="7315515" cy="625190"/>
      </dsp:txXfrm>
    </dsp:sp>
    <dsp:sp modelId="{F55D730D-6ABC-4A50-AD00-C291D5B599F9}">
      <dsp:nvSpPr>
        <dsp:cNvPr id="0" name=""/>
        <dsp:cNvSpPr/>
      </dsp:nvSpPr>
      <dsp:spPr>
        <a:xfrm>
          <a:off x="1885050" y="2268984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Visualization</a:t>
          </a:r>
          <a:r>
            <a:rPr lang="en-IN" sz="2800" kern="1200"/>
            <a:t>Dashboard displays data</a:t>
          </a:r>
          <a:endParaRPr lang="en-IN" sz="28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04501" y="2288435"/>
        <a:ext cx="7315515" cy="625190"/>
      </dsp:txXfrm>
    </dsp:sp>
    <dsp:sp modelId="{A0C78DD5-5650-413F-B57C-CB4F452589C8}">
      <dsp:nvSpPr>
        <dsp:cNvPr id="0" name=""/>
        <dsp:cNvSpPr/>
      </dsp:nvSpPr>
      <dsp:spPr>
        <a:xfrm>
          <a:off x="2513400" y="3025312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Alerts  </a:t>
          </a:r>
          <a:r>
            <a:rPr lang="en-IN" sz="2800" kern="1200"/>
            <a:t>Triggered when limits exceed</a:t>
          </a:r>
          <a:r>
            <a:rPr lang="en-US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N" sz="28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32851" y="3044763"/>
        <a:ext cx="7315515" cy="625190"/>
      </dsp:txXfrm>
    </dsp:sp>
    <dsp:sp modelId="{4378F9AE-2AD7-4730-96F5-99D08FDDDF8A}">
      <dsp:nvSpPr>
        <dsp:cNvPr id="0" name=""/>
        <dsp:cNvSpPr/>
      </dsp:nvSpPr>
      <dsp:spPr>
        <a:xfrm>
          <a:off x="7982767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8079890" y="485156"/>
        <a:ext cx="237414" cy="324824"/>
      </dsp:txXfrm>
    </dsp:sp>
    <dsp:sp modelId="{8A0396B2-3B1F-44A3-AE60-C1DB3876727C}">
      <dsp:nvSpPr>
        <dsp:cNvPr id="0" name=""/>
        <dsp:cNvSpPr/>
      </dsp:nvSpPr>
      <dsp:spPr>
        <a:xfrm>
          <a:off x="8611118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8708241" y="1241484"/>
        <a:ext cx="237414" cy="324824"/>
      </dsp:txXfrm>
    </dsp:sp>
    <dsp:sp modelId="{9D3370AD-AE61-48D8-AA0D-9AC124B920B8}">
      <dsp:nvSpPr>
        <dsp:cNvPr id="0" name=""/>
        <dsp:cNvSpPr/>
      </dsp:nvSpPr>
      <dsp:spPr>
        <a:xfrm>
          <a:off x="9239468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9336591" y="1986744"/>
        <a:ext cx="237414" cy="324824"/>
      </dsp:txXfrm>
    </dsp:sp>
    <dsp:sp modelId="{2F10F28B-018B-407C-A676-46315AE7DECB}">
      <dsp:nvSpPr>
        <dsp:cNvPr id="0" name=""/>
        <dsp:cNvSpPr/>
      </dsp:nvSpPr>
      <dsp:spPr>
        <a:xfrm>
          <a:off x="986781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9964941" y="2750451"/>
        <a:ext cx="237414" cy="3248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8024A-4157-452B-BD62-ACDB6FB8367D}">
      <dsp:nvSpPr>
        <dsp:cNvPr id="0" name=""/>
        <dsp:cNvSpPr/>
      </dsp:nvSpPr>
      <dsp:spPr>
        <a:xfrm>
          <a:off x="3080" y="263599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Complete sensor integration</a:t>
          </a:r>
          <a:br>
            <a:rPr lang="en-US" sz="1800" kern="1200" dirty="0"/>
          </a:br>
          <a:r>
            <a:rPr lang="en-US" sz="1800" kern="1200" dirty="0"/>
            <a:t>Integrate all selected sensors with ESP32</a:t>
          </a:r>
          <a:endParaRPr lang="en-IN" sz="1800" kern="1200" dirty="0"/>
        </a:p>
      </dsp:txBody>
      <dsp:txXfrm>
        <a:off x="3080" y="1563836"/>
        <a:ext cx="2444055" cy="2053006"/>
      </dsp:txXfrm>
    </dsp:sp>
    <dsp:sp modelId="{767CD802-7576-4EFB-B5EE-6DF2797D289B}">
      <dsp:nvSpPr>
        <dsp:cNvPr id="0" name=""/>
        <dsp:cNvSpPr/>
      </dsp:nvSpPr>
      <dsp:spPr>
        <a:xfrm>
          <a:off x="711856" y="605766"/>
          <a:ext cx="1026503" cy="10265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/>
            <a:t>1</a:t>
          </a:r>
        </a:p>
      </dsp:txBody>
      <dsp:txXfrm>
        <a:off x="862184" y="756094"/>
        <a:ext cx="725847" cy="725847"/>
      </dsp:txXfrm>
    </dsp:sp>
    <dsp:sp modelId="{79E3E213-73E8-4DD3-8933-CAAAAC6095AD}">
      <dsp:nvSpPr>
        <dsp:cNvPr id="0" name=""/>
        <dsp:cNvSpPr/>
      </dsp:nvSpPr>
      <dsp:spPr>
        <a:xfrm>
          <a:off x="3080" y="3685204"/>
          <a:ext cx="2444055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A30A6-7304-4BAB-8645-469D35710874}">
      <dsp:nvSpPr>
        <dsp:cNvPr id="0" name=""/>
        <dsp:cNvSpPr/>
      </dsp:nvSpPr>
      <dsp:spPr>
        <a:xfrm>
          <a:off x="2691541" y="263599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Enable real-time data transmission</a:t>
          </a:r>
          <a:br>
            <a:rPr lang="en-US" sz="1800" kern="1200" dirty="0"/>
          </a:br>
          <a:r>
            <a:rPr lang="en-US" sz="1800" kern="1200" dirty="0"/>
            <a:t>Transmit sensor data continuously to cloud</a:t>
          </a:r>
        </a:p>
      </dsp:txBody>
      <dsp:txXfrm>
        <a:off x="2691541" y="1563836"/>
        <a:ext cx="2444055" cy="2053006"/>
      </dsp:txXfrm>
    </dsp:sp>
    <dsp:sp modelId="{B0DE00ED-4B2A-49FB-807F-0DC45D070A03}">
      <dsp:nvSpPr>
        <dsp:cNvPr id="0" name=""/>
        <dsp:cNvSpPr/>
      </dsp:nvSpPr>
      <dsp:spPr>
        <a:xfrm>
          <a:off x="3400317" y="605766"/>
          <a:ext cx="1026503" cy="1026503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/>
            <a:t>2</a:t>
          </a:r>
        </a:p>
      </dsp:txBody>
      <dsp:txXfrm>
        <a:off x="3550645" y="756094"/>
        <a:ext cx="725847" cy="725847"/>
      </dsp:txXfrm>
    </dsp:sp>
    <dsp:sp modelId="{FDF28399-067B-4C16-87CE-A580B0DA070A}">
      <dsp:nvSpPr>
        <dsp:cNvPr id="0" name=""/>
        <dsp:cNvSpPr/>
      </dsp:nvSpPr>
      <dsp:spPr>
        <a:xfrm>
          <a:off x="2691541" y="3685204"/>
          <a:ext cx="2444055" cy="7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A5459-1D9A-4176-ACBB-E9EA88DE088F}">
      <dsp:nvSpPr>
        <dsp:cNvPr id="0" name=""/>
        <dsp:cNvSpPr/>
      </dsp:nvSpPr>
      <dsp:spPr>
        <a:xfrm>
          <a:off x="5380002" y="263599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Connect dashboard with live data</a:t>
          </a:r>
          <a:br>
            <a:rPr lang="en-US" sz="1800" kern="1200" dirty="0"/>
          </a:br>
          <a:r>
            <a:rPr lang="en-US" sz="1800" kern="1200" dirty="0"/>
            <a:t>Replace sample data with real-time inputs</a:t>
          </a:r>
        </a:p>
      </dsp:txBody>
      <dsp:txXfrm>
        <a:off x="5380002" y="1563836"/>
        <a:ext cx="2444055" cy="2053006"/>
      </dsp:txXfrm>
    </dsp:sp>
    <dsp:sp modelId="{6C5BA62C-1182-4721-8F6A-F32A8D5CEB12}">
      <dsp:nvSpPr>
        <dsp:cNvPr id="0" name=""/>
        <dsp:cNvSpPr/>
      </dsp:nvSpPr>
      <dsp:spPr>
        <a:xfrm>
          <a:off x="6088778" y="605766"/>
          <a:ext cx="1026503" cy="1026503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/>
            <a:t>3</a:t>
          </a:r>
        </a:p>
      </dsp:txBody>
      <dsp:txXfrm>
        <a:off x="6239106" y="756094"/>
        <a:ext cx="725847" cy="725847"/>
      </dsp:txXfrm>
    </dsp:sp>
    <dsp:sp modelId="{DAA46C67-7496-4347-8201-9A4021894164}">
      <dsp:nvSpPr>
        <dsp:cNvPr id="0" name=""/>
        <dsp:cNvSpPr/>
      </dsp:nvSpPr>
      <dsp:spPr>
        <a:xfrm>
          <a:off x="5380002" y="3685204"/>
          <a:ext cx="2444055" cy="7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F0F61-489C-4CA1-8E1D-74579784603A}">
      <dsp:nvSpPr>
        <dsp:cNvPr id="0" name=""/>
        <dsp:cNvSpPr/>
      </dsp:nvSpPr>
      <dsp:spPr>
        <a:xfrm>
          <a:off x="8068463" y="263599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Implement alert system</a:t>
          </a:r>
          <a:br>
            <a:rPr lang="en-US" sz="1800" kern="1200"/>
          </a:br>
          <a:r>
            <a:rPr lang="en-US" sz="1800" kern="1200"/>
            <a:t>Notify users when air quality exceeds limits</a:t>
          </a:r>
        </a:p>
      </dsp:txBody>
      <dsp:txXfrm>
        <a:off x="8068463" y="1563836"/>
        <a:ext cx="2444055" cy="2053006"/>
      </dsp:txXfrm>
    </dsp:sp>
    <dsp:sp modelId="{E188DF46-09E2-4F7A-A973-30CD37B7D8DE}">
      <dsp:nvSpPr>
        <dsp:cNvPr id="0" name=""/>
        <dsp:cNvSpPr/>
      </dsp:nvSpPr>
      <dsp:spPr>
        <a:xfrm>
          <a:off x="8777239" y="605766"/>
          <a:ext cx="1026503" cy="1026503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/>
            <a:t>4</a:t>
          </a:r>
        </a:p>
      </dsp:txBody>
      <dsp:txXfrm>
        <a:off x="8927567" y="756094"/>
        <a:ext cx="725847" cy="725847"/>
      </dsp:txXfrm>
    </dsp:sp>
    <dsp:sp modelId="{6D6B2858-1369-4C91-AAB5-75EE19160F5B}">
      <dsp:nvSpPr>
        <dsp:cNvPr id="0" name=""/>
        <dsp:cNvSpPr/>
      </dsp:nvSpPr>
      <dsp:spPr>
        <a:xfrm>
          <a:off x="8068463" y="3685204"/>
          <a:ext cx="2444055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D521-419F-E36C-5035-B1AF4334B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E0FC4-F0D8-8BE0-381F-C18D79029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C41A2-4D9D-89F0-F35F-C73A86C5D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AF125-D055-482D-F8CF-D633A61B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99A74-F7B2-12FE-9114-39AF8E71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92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25F53-5CAB-ECC2-46AB-2DEADEC3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4729F-0566-1CD0-9E3E-47A2FECEE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CC83B-EA74-3191-8293-6264AC210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26DF9-9C27-E4C3-2912-0B560AEB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EBD03-00B4-A9A1-60EE-CB6284F9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19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FE96-6E31-7368-6B43-D80B7E4FD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0AFA5-37E4-4C58-5398-4FC8FF192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6B0F-0A30-3D46-4734-26F379AA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2AA28-967D-02E8-D4C7-F37672FA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C783B-1EF8-C985-B1D4-C0DE97A8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891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BC736-994F-4500-6407-779AD295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3C5FE-4DE0-DA8A-C5B1-32998CC95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EB0E9-AEEC-F757-38AB-936329F79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62025-1B92-6844-A870-E20AE083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26E51-BED5-C04E-8279-196B8F569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4D618-26EC-BA18-410B-D450700F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179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5C93-9E63-23F8-1563-D95142ED6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03221-6A3D-3ABD-4492-F3383C0E4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64387-89B3-F842-280E-27458E2BE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5951B-9B1D-7B27-61F5-807C81ECF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918CC-F243-219D-E285-1302D45E6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8B570C-C185-F1E7-11A7-D8C179C49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E12A4-AEE8-9D66-9FC0-6C675530E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9A428E-2A09-EB1E-C7A0-8BAEBBA8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01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ABB9-D8ED-8F9B-F8CF-BE9DBA1B6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3F626-1490-745E-7F51-4CE6F07A4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F13F3-54DE-0C23-3378-62050B0E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280CD-33B7-BEB9-4C01-B4D93733C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748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C1B73-4B09-B2FA-4C54-86A6C7242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B1DEE7-B14C-AD80-4473-1614DED3D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33D3F-7DFB-AF6C-A5E3-47AFFF95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472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23DC-B803-1029-05C0-D4B364337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44525-61CA-75B3-9B22-EFE486536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998FD-3B73-75F7-1DD2-BB576E77E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CC4BB-5363-B678-2AF5-E5891025B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F503A-13E4-668D-5BA6-B0747FA7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9080E-6AB7-DC5C-9EF7-1E099349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671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E5706-3340-1577-CF87-887DA65B1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CBC15-0127-FF8B-A1E3-6DF7264EA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6342C-773B-C244-AC6A-96F2C2D00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9EAD4-B5C2-7450-0E0A-183DDC44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0E137-FD9D-F283-29F7-E6314585F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CDEBD-424B-B8BE-2011-AF2D6489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58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45C5-EDE4-C17C-7879-12CAD7E0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8AC6D-F0F2-5F3C-7E9F-EDBD141C7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A9068-4C35-5FDE-5C51-0B84D71C2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14E9A-0ABC-320E-7776-0CEF80D5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45DD6-BB5C-F7EA-0AEF-998C7EBF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039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D04AD5-8123-5042-0A62-2EE76FC5B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05F0C-4C29-A217-75E1-78102AD83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E5C8F-FCBB-68B9-92C3-8CB234DF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083B4-7781-CFED-733C-C52D6DBA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08C9-D5D5-DB84-1753-CE776F77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32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3000"/>
                <a:satMod val="150000"/>
                <a:shade val="98000"/>
                <a:lumMod val="102000"/>
                <a:alpha val="40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FB5B3-B279-68AC-7565-7A346602D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C4111-A1A3-53BF-1E25-9011CC147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09699-61E6-A29C-F3F8-5DFDF52C9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7FDAF-8C16-4D0C-86C2-2EA2AEE90E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20F8F-551C-5575-C5A6-EDFDE436B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1327B-4A3A-2D1C-0E75-28A22D34A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913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F16A-8EE9-CC1A-1E8B-E9F78762E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340" y="174114"/>
            <a:ext cx="11861787" cy="2387600"/>
          </a:xfrm>
        </p:spPr>
        <p:txBody>
          <a:bodyPr anchor="t">
            <a:norm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Sant Dnyaneshwar </a:t>
            </a:r>
            <a:r>
              <a:rPr lang="en-US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Shikshan</a:t>
            </a: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Sanstha's</a:t>
            </a:r>
            <a:br>
              <a:rPr lang="en-IN" sz="4000" b="1" i="1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Annasaheb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 Dange College of Engineering and Technology (ADCET), Ashta</a:t>
            </a:r>
            <a:b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(An Empowered Autonomous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lnstitute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affiliated to Shivaji University</a:t>
            </a:r>
            <a:r>
              <a:rPr lang="en-US" alt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Kolhapur)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60714-6546-8627-1663-9B2F692BC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02751"/>
            <a:ext cx="9144000" cy="185420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Civil Engineering</a:t>
            </a:r>
          </a:p>
          <a:p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2025-26</a:t>
            </a: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AirShield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IoT-Enabled Indoor Air Quality Monitoring and Alert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B1032D-2DAE-238D-50A5-AD93376FD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09" y="1201451"/>
            <a:ext cx="1476375" cy="15354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C186E1-E079-9953-6E18-57E4BD1EA52D}"/>
              </a:ext>
            </a:extLst>
          </p:cNvPr>
          <p:cNvGraphicFramePr>
            <a:graphicFrameLocks noGrp="1"/>
          </p:cNvGraphicFramePr>
          <p:nvPr/>
        </p:nvGraphicFramePr>
        <p:xfrm>
          <a:off x="3111495" y="4820542"/>
          <a:ext cx="5969001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9667">
                  <a:extLst>
                    <a:ext uri="{9D8B030D-6E8A-4147-A177-3AD203B41FA5}">
                      <a16:colId xmlns:a16="http://schemas.microsoft.com/office/drawing/2014/main" val="3801005646"/>
                    </a:ext>
                  </a:extLst>
                </a:gridCol>
                <a:gridCol w="1989667">
                  <a:extLst>
                    <a:ext uri="{9D8B030D-6E8A-4147-A177-3AD203B41FA5}">
                      <a16:colId xmlns:a16="http://schemas.microsoft.com/office/drawing/2014/main" val="2150174341"/>
                    </a:ext>
                  </a:extLst>
                </a:gridCol>
                <a:gridCol w="1989667">
                  <a:extLst>
                    <a:ext uri="{9D8B030D-6E8A-4147-A177-3AD203B41FA5}">
                      <a16:colId xmlns:a16="http://schemas.microsoft.com/office/drawing/2014/main" val="817387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Members: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URN: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846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Sumit Parihar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23031138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24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Barsha Gupta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23031139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327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Akshita Jha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23101051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551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Pranav 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Bhale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23011075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575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221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861148" y="5318162"/>
            <a:ext cx="7245971" cy="927227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63" name="Picture 15">
            <a:extLst>
              <a:ext uri="{FF2B5EF4-FFF2-40B4-BE49-F238E27FC236}">
                <a16:creationId xmlns:a16="http://schemas.microsoft.com/office/drawing/2014/main" id="{49266CEE-DBD9-CDEB-C8B5-63D0D23A3D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84"/>
          <a:stretch>
            <a:fillRect/>
          </a:stretch>
        </p:blipFill>
        <p:spPr bwMode="auto">
          <a:xfrm>
            <a:off x="4779502" y="4688595"/>
            <a:ext cx="7412498" cy="154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372744" y="1200488"/>
            <a:ext cx="4728799" cy="322595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5" name="Picture 7">
            <a:extLst>
              <a:ext uri="{FF2B5EF4-FFF2-40B4-BE49-F238E27FC236}">
                <a16:creationId xmlns:a16="http://schemas.microsoft.com/office/drawing/2014/main" id="{DBE1C980-1633-0307-D578-FBFF624E51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4"/>
          <a:stretch>
            <a:fillRect/>
          </a:stretch>
        </p:blipFill>
        <p:spPr bwMode="auto">
          <a:xfrm>
            <a:off x="138897" y="670263"/>
            <a:ext cx="5324299" cy="385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A541BD1-51CD-9B7B-1F8F-0A2727E6B125}"/>
              </a:ext>
            </a:extLst>
          </p:cNvPr>
          <p:cNvSpPr/>
          <p:nvPr/>
        </p:nvSpPr>
        <p:spPr>
          <a:xfrm>
            <a:off x="5183188" y="1146894"/>
            <a:ext cx="6169024" cy="3567642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2DD4932-E0B2-C86E-DB6B-7AEAB6036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6893"/>
            <a:ext cx="6172200" cy="3567642"/>
          </a:xfrm>
        </p:spPr>
        <p:txBody>
          <a:bodyPr>
            <a:no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AirShield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IoT-based system for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indoor air quality monitoring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CO₂, VOCs, PM2.5, temperature, and humidity.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alerts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(LED, buzzer, SMS/Telegram).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data on an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awareness.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 of Solution: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and accessible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classrooms, hostels, and offices.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with simple predictive/alerting capability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 + cloud dashboard + alert system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compact solution.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comfort/health indicator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(green/yellow/red) — not just raw values.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54D82C-D2A0-4A3F-717C-ADDED276DF41}"/>
              </a:ext>
            </a:extLst>
          </p:cNvPr>
          <p:cNvSpPr/>
          <p:nvPr/>
        </p:nvSpPr>
        <p:spPr>
          <a:xfrm>
            <a:off x="839788" y="4506176"/>
            <a:ext cx="3932237" cy="2120430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F4256-C67B-85A4-4399-58A187CB3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51345"/>
            <a:ext cx="3932237" cy="4881563"/>
          </a:xfrm>
        </p:spPr>
        <p:txBody>
          <a:bodyPr anchor="b">
            <a:normAutofit/>
          </a:bodyPr>
          <a:lstStyle/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air pollution often goes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unnoticed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Causes: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CO₂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buildup,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VOCs, PM2.5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humidity fluctuations, poor ventilation.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Effects: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headaches, fatigue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reduced productivity, respiratory issues.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are often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expensive, reactive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limited to commercial settings.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656CD-F666-B535-1C5E-4F984A1F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0225"/>
          </a:xfrm>
        </p:spPr>
        <p:txBody>
          <a:bodyPr anchor="t"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325130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81DF1E-665B-4F32-26AA-BFA03E723C5C}"/>
              </a:ext>
            </a:extLst>
          </p:cNvPr>
          <p:cNvSpPr/>
          <p:nvPr/>
        </p:nvSpPr>
        <p:spPr>
          <a:xfrm>
            <a:off x="839788" y="2106592"/>
            <a:ext cx="4114177" cy="29283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40350D-35D0-FD8A-51FD-5BA36FC74A5F}"/>
              </a:ext>
            </a:extLst>
          </p:cNvPr>
          <p:cNvSpPr/>
          <p:nvPr/>
        </p:nvSpPr>
        <p:spPr>
          <a:xfrm>
            <a:off x="7239622" y="2106592"/>
            <a:ext cx="4114177" cy="292839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859FEF-0C9F-BEA1-6205-EAC4F32FD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SCOPE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AA26F-010E-4BCB-CE5D-3F2486A4C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48505"/>
            <a:ext cx="5157787" cy="823912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BC19E-54A5-7F99-CC6F-312641314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439759"/>
            <a:ext cx="4114177" cy="3684588"/>
          </a:xfrm>
        </p:spPr>
        <p:txBody>
          <a:bodyPr>
            <a:norm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air quality in educational spaces often deteriorates unnoticed, yet it strongly influences student health, concentration, and academic performance.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ventilation causes a buildup of CO₂, PM2.5, and VOCs — leading to fatigue, headaches, and respiratory issues.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are expensive, reactive, and not suited for small indoor spaces.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low-cost, smart system that monitors and predicts air quality in real time.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DFCBD4-F19E-98E3-2C6E-F8CEA3BCB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38036" y="1648505"/>
            <a:ext cx="4117352" cy="823912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B013E9-BF76-667D-AB08-9711D2330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38036" y="2439759"/>
            <a:ext cx="4117351" cy="3684588"/>
          </a:xfrm>
        </p:spPr>
        <p:txBody>
          <a:bodyPr>
            <a:norm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solely on indoor air quality monitoring for environments like classrooms, hostels, and offices</a:t>
            </a:r>
            <a:r>
              <a:rPr lang="en-US" sz="1400" dirty="0"/>
              <a:t>.</a:t>
            </a:r>
            <a:endParaRPr lang="en-IN" sz="1400" dirty="0"/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low-cost sensors and microcontrollers (ESP32/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collect and transmit environmental data.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 (e.g.,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/Firebase) are used for data storage and retrieval.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 user-friendly dashboard and alert system but does not control hardware like purifiers or HVAC systems</a:t>
            </a:r>
          </a:p>
        </p:txBody>
      </p:sp>
      <p:pic>
        <p:nvPicPr>
          <p:cNvPr id="8" name="Picture 7" descr="A magnifying glass over a house&#10;&#10;AI-generated content may be incorrect.">
            <a:extLst>
              <a:ext uri="{FF2B5EF4-FFF2-40B4-BE49-F238E27FC236}">
                <a16:creationId xmlns:a16="http://schemas.microsoft.com/office/drawing/2014/main" id="{55BFA337-76C6-2E60-0FA7-770C22C72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71" y="3821113"/>
            <a:ext cx="4509858" cy="3334875"/>
          </a:xfrm>
          <a:prstGeom prst="rect">
            <a:avLst/>
          </a:prstGeom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38A3442-7BDE-542D-13D7-4E32503D4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337" y="2363788"/>
            <a:ext cx="1457325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120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94E3-7874-D221-5723-E94724F9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4465" y="1141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0A79E6-15EA-084A-C433-DF5C122776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54465" y="1794406"/>
          <a:ext cx="7172075" cy="4051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53" name="Picture 9">
            <a:extLst>
              <a:ext uri="{FF2B5EF4-FFF2-40B4-BE49-F238E27FC236}">
                <a16:creationId xmlns:a16="http://schemas.microsoft.com/office/drawing/2014/main" id="{9443822E-50DB-17A8-0779-C1EC891CA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2062"/>
          <a:stretch>
            <a:fillRect/>
          </a:stretch>
        </p:blipFill>
        <p:spPr bwMode="auto">
          <a:xfrm>
            <a:off x="-352848" y="1047116"/>
            <a:ext cx="5560160" cy="476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013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C1EB9-FE67-DCE5-9CA5-CE81B4CBB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IN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Till Now</a:t>
            </a:r>
            <a:endParaRPr lang="en-IN" sz="5200" b="1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4582EF7-5829-63E4-A5FE-7F63A2890D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1284904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1239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DA3706-B45C-25A6-86D6-E6A3D6550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-2" b="22011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1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2C6695-3434-25EA-1C7C-016A9688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552FA9-ECAE-BB91-3463-91A09FF8EE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94416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9022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DB970A-DD08-EF56-5A08-D98332664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Output/Dashboard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E55FC-732A-A31A-177C-4F72AC15A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203079"/>
            <a:ext cx="4530898" cy="426799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quality parameters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(CO₂, PM2.5, etc.)</a:t>
            </a:r>
          </a:p>
          <a:p>
            <a:pPr marL="285750" indent="-28575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status indication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data</a:t>
            </a: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interface</a:t>
            </a: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open windows, reduce crowd density)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easy-to-understand layout</a:t>
            </a: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quick awareness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45B85B-7711-8886-9288-4740C9E3B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905737"/>
            <a:ext cx="5150277" cy="287127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88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5F487F-F1D2-478F-B11F-3C45EF57B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45"/>
          <a:stretch>
            <a:fillRect/>
          </a:stretch>
        </p:blipFill>
        <p:spPr>
          <a:xfrm>
            <a:off x="321160" y="1062018"/>
            <a:ext cx="5461558" cy="2738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549B01-E7FE-4530-81C0-31A406C27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06"/>
          <a:stretch>
            <a:fillRect/>
          </a:stretch>
        </p:blipFill>
        <p:spPr>
          <a:xfrm>
            <a:off x="321160" y="4054655"/>
            <a:ext cx="5485911" cy="2281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D94D15-38F4-45D1-A1E1-F02B276FF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284" y="1062015"/>
            <a:ext cx="5365928" cy="17334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A8A5AF-0019-4AF3-BD1A-31FCDB54A9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45"/>
          <a:stretch>
            <a:fillRect/>
          </a:stretch>
        </p:blipFill>
        <p:spPr>
          <a:xfrm>
            <a:off x="10383005" y="3428998"/>
            <a:ext cx="1392207" cy="27386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109A42-AE57-47EC-B408-7CF37AF2D3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45"/>
          <a:stretch>
            <a:fillRect/>
          </a:stretch>
        </p:blipFill>
        <p:spPr>
          <a:xfrm>
            <a:off x="8396144" y="3428999"/>
            <a:ext cx="1392207" cy="27386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DE6BB0-A7B1-43FE-9341-F7D5AB8E4A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14"/>
          <a:stretch>
            <a:fillRect/>
          </a:stretch>
        </p:blipFill>
        <p:spPr>
          <a:xfrm>
            <a:off x="6401725" y="3429000"/>
            <a:ext cx="1392207" cy="27386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0D8303F-860D-458D-876C-2EE11E9B66E4}"/>
              </a:ext>
            </a:extLst>
          </p:cNvPr>
          <p:cNvSpPr txBox="1"/>
          <p:nvPr/>
        </p:nvSpPr>
        <p:spPr>
          <a:xfrm>
            <a:off x="4221611" y="254010"/>
            <a:ext cx="37487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6194E-632E-C1C1-5B19-B4E9E959CEB7}"/>
              </a:ext>
            </a:extLst>
          </p:cNvPr>
          <p:cNvSpPr txBox="1"/>
          <p:nvPr/>
        </p:nvSpPr>
        <p:spPr>
          <a:xfrm>
            <a:off x="3081852" y="3790139"/>
            <a:ext cx="2700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Mock**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5FF6B-5617-186C-68B4-525E6F464FE9}"/>
              </a:ext>
            </a:extLst>
          </p:cNvPr>
          <p:cNvSpPr txBox="1"/>
          <p:nvPr/>
        </p:nvSpPr>
        <p:spPr>
          <a:xfrm>
            <a:off x="9074346" y="6167628"/>
            <a:ext cx="2700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view**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E810F-755A-11B6-2A83-BE55C09037B8}"/>
              </a:ext>
            </a:extLst>
          </p:cNvPr>
          <p:cNvSpPr txBox="1"/>
          <p:nvPr/>
        </p:nvSpPr>
        <p:spPr>
          <a:xfrm>
            <a:off x="9074346" y="2803908"/>
            <a:ext cx="2700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Notifications**</a:t>
            </a:r>
          </a:p>
        </p:txBody>
      </p:sp>
    </p:spTree>
    <p:extLst>
      <p:ext uri="{BB962C8B-B14F-4D97-AF65-F5344CB8AC3E}">
        <p14:creationId xmlns:p14="http://schemas.microsoft.com/office/powerpoint/2010/main" val="635893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6482FE-F9DF-3E12-7F1F-DC4392212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Future Work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C49C34-CAD2-D555-2A15-5572944DF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17636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9315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FF9687-C24D-44E0-C0EF-9C881C6C3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4587" y="2589085"/>
            <a:ext cx="4805996" cy="12971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0000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7F1EE0E7-A58C-FAC7-2D1B-DBE21D0B5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89325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766</TotalTime>
  <Words>645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Sant Dnyaneshwar Shikshan Sanstha's Annasaheb Dange College of Engineering and Technology (ADCET), Ashta (An Empowered Autonomous lnstitute affiliated to Shivaji University, Kolhapur)</vt:lpstr>
      <vt:lpstr>INTRODUCTION</vt:lpstr>
      <vt:lpstr>PROBLEM STATEMENT AND SCOPE OF THE PROJECT</vt:lpstr>
      <vt:lpstr>OBJECTIVES</vt:lpstr>
      <vt:lpstr>Progress Till Now</vt:lpstr>
      <vt:lpstr>PowerPoint Presentation</vt:lpstr>
      <vt:lpstr>Working Flow</vt:lpstr>
      <vt:lpstr>Expected Output/Dashboard</vt:lpstr>
      <vt:lpstr>PowerPoint Presentation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 Dnyaneshwar Shikshan Sanstha's Annasaheb Dange College of Engineering and Technology (ADCET), Ashta (An Empowered Autonomous lnstitute affiliated to Shivaji University, Kolhapur)</dc:title>
  <dc:creator>Akshii .</dc:creator>
  <cp:lastModifiedBy>Akshii .</cp:lastModifiedBy>
  <cp:revision>27</cp:revision>
  <dcterms:created xsi:type="dcterms:W3CDTF">2025-10-07T18:50:19Z</dcterms:created>
  <dcterms:modified xsi:type="dcterms:W3CDTF">2026-03-20T07:13:48Z</dcterms:modified>
</cp:coreProperties>
</file>