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65" r:id="rId3"/>
    <p:sldId id="276" r:id="rId4"/>
    <p:sldId id="277" r:id="rId5"/>
    <p:sldId id="281" r:id="rId6"/>
    <p:sldId id="284" r:id="rId7"/>
    <p:sldId id="279" r:id="rId8"/>
    <p:sldId id="272" r:id="rId9"/>
    <p:sldId id="280" r:id="rId10"/>
    <p:sldId id="283" r:id="rId11"/>
    <p:sldId id="269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8E7F"/>
    <a:srgbClr val="88AA6C"/>
    <a:srgbClr val="56991D"/>
    <a:srgbClr val="CBC11E"/>
    <a:srgbClr val="E76F51"/>
    <a:srgbClr val="ECFDF5"/>
    <a:srgbClr val="EFF6FF"/>
    <a:srgbClr val="457B9D"/>
    <a:srgbClr val="C6D7E1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i ." userId="de30afbb9be0ac2f" providerId="LiveId" clId="{3DA55A89-BC9A-49CD-ACB6-1E117B35CED8}"/>
    <pc:docChg chg="modSld sldOrd">
      <pc:chgData name="Akshii ." userId="de30afbb9be0ac2f" providerId="LiveId" clId="{3DA55A89-BC9A-49CD-ACB6-1E117B35CED8}" dt="2026-03-20T07:13:47.736" v="2" actId="20577"/>
      <pc:docMkLst>
        <pc:docMk/>
      </pc:docMkLst>
      <pc:sldChg chg="modSp mod">
        <pc:chgData name="Akshii ." userId="de30afbb9be0ac2f" providerId="LiveId" clId="{3DA55A89-BC9A-49CD-ACB6-1E117B35CED8}" dt="2026-03-20T07:13:47.736" v="2" actId="20577"/>
        <pc:sldMkLst>
          <pc:docMk/>
          <pc:sldMk cId="2498221076" sldId="274"/>
        </pc:sldMkLst>
        <pc:spChg chg="mod">
          <ac:chgData name="Akshii ." userId="de30afbb9be0ac2f" providerId="LiveId" clId="{3DA55A89-BC9A-49CD-ACB6-1E117B35CED8}" dt="2026-03-20T07:13:47.736" v="2" actId="20577"/>
          <ac:spMkLst>
            <pc:docMk/>
            <pc:sldMk cId="2498221076" sldId="274"/>
            <ac:spMk id="3" creationId="{AC360714-6546-8627-1663-9B2F692BCB64}"/>
          </ac:spMkLst>
        </pc:spChg>
      </pc:sldChg>
      <pc:sldChg chg="ord">
        <pc:chgData name="Akshii ." userId="de30afbb9be0ac2f" providerId="LiveId" clId="{3DA55A89-BC9A-49CD-ACB6-1E117B35CED8}" dt="2026-03-20T06:24:06.806" v="1"/>
        <pc:sldMkLst>
          <pc:docMk/>
          <pc:sldMk cId="3461239487" sldId="281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20.png"/><Relationship Id="rId1" Type="http://schemas.openxmlformats.org/officeDocument/2006/relationships/image" Target="../media/image19.pn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A97480-6BA8-4F58-A43C-1C8FD9E776D4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CF40CC0-D03E-45E6-B185-8040BDE72E94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Design and implement</a:t>
          </a:r>
        </a:p>
      </dgm:t>
    </dgm:pt>
    <dgm:pt modelId="{DEA74E08-B8B2-4B01-811D-840203403A65}" type="parTrans" cxnId="{A026C279-22AC-4BAA-9EE4-A51E00B9BA71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79FE6D-7568-4607-9059-342436CE45DE}" type="sibTrans" cxnId="{A026C279-22AC-4BAA-9EE4-A51E00B9BA71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B32BB9-E3C0-439D-899D-75C2914AAC30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design and implement </a:t>
          </a:r>
          <a:r>
            <a:rPr lang="en-US" sz="1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AirShield</a:t>
          </a:r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, an IoT-based indoor air quality monitoring system for classrooms, hostels, and small indoor spaces.</a:t>
          </a:r>
        </a:p>
      </dgm:t>
    </dgm:pt>
    <dgm:pt modelId="{E1CB256F-CA13-46EA-BEBB-F82F485F9506}" type="parTrans" cxnId="{E2243088-3CF7-4EC3-9FA2-7216E31C9CE9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1D4993-2E7F-4D6B-9FF9-8A35373114B2}" type="sibTrans" cxnId="{E2243088-3CF7-4EC3-9FA2-7216E31C9CE9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2D13C2-82A5-408C-8803-D41CABDF8E20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Measure</a:t>
          </a:r>
        </a:p>
      </dgm:t>
    </dgm:pt>
    <dgm:pt modelId="{E8DD6F8E-40CD-4581-B4AC-8DD66B4D9543}" type="parTrans" cxnId="{62609E6E-FAEC-4D59-A0AC-250D4077516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26F63A-369E-4F50-9579-8BA7876122FE}" type="sibTrans" cxnId="{62609E6E-FAEC-4D59-A0AC-250D4077516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9662B2-D62B-498B-963C-2AE386B8DE17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continuously measure key parameters: CO₂, PM2.5, VOCs, temperature, and humidity.</a:t>
          </a:r>
        </a:p>
      </dgm:t>
    </dgm:pt>
    <dgm:pt modelId="{098CD770-49DC-448F-BDF6-67DA0C1BE808}" type="parTrans" cxnId="{98E3DE0C-1F92-4871-86B3-700B36FDE1FE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D8B7D8-2151-4309-9596-7901D8923803}" type="sibTrans" cxnId="{98E3DE0C-1F92-4871-86B3-700B36FDE1FE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ABEF333-5B17-4352-BB83-E34501C070C2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Provide</a:t>
          </a:r>
        </a:p>
      </dgm:t>
    </dgm:pt>
    <dgm:pt modelId="{A6A02BF7-3E95-47DD-BD77-9803C73E00BA}" type="parTrans" cxnId="{1219CF2A-583E-459A-8959-812CB52093FB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8416C5-09C9-49FA-A976-C46C3CBED8AA}" type="sibTrans" cxnId="{1219CF2A-583E-459A-8959-812CB52093FB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750BAF-3B85-45A8-BD42-979465A2024F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provide threshold-based alerts through LEDs, buzzers, and SMS/Telegram notifications when air quality is unsafe.</a:t>
          </a:r>
        </a:p>
      </dgm:t>
    </dgm:pt>
    <dgm:pt modelId="{04086457-739A-47B4-986F-3539F0C21863}" type="parTrans" cxnId="{2256B869-3230-427B-B477-A0478254EBE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5B50CA-3895-4F4E-8953-CDE2B32FF371}" type="sibTrans" cxnId="{2256B869-3230-427B-B477-A0478254EBEA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99299C-A5C2-4A27-8824-55F0F0862F7F}">
      <dgm:prSet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Display</a:t>
          </a:r>
        </a:p>
      </dgm:t>
    </dgm:pt>
    <dgm:pt modelId="{66796E2D-CA8B-4831-8FA4-ED3E118D4C73}" type="parTrans" cxnId="{0BCF9A3A-0FAA-4301-8851-BF7E80F4E4F7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D46BA9-7CE1-4A40-92B8-951430BC13C1}" type="sibTrans" cxnId="{0BCF9A3A-0FAA-4301-8851-BF7E80F4E4F7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E7CB06-6FF3-4E9B-AE68-4CC3CBCE2FAB}">
      <dgm:prSet custT="1"/>
      <dgm:spPr/>
      <dgm:t>
        <a:bodyPr/>
        <a:lstStyle/>
        <a:p>
          <a:pPr algn="just"/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To display real-time data and historical trends on an interactive dashboard for easy monitoring.</a:t>
          </a:r>
        </a:p>
      </dgm:t>
    </dgm:pt>
    <dgm:pt modelId="{A650DA56-F45B-4125-9E1D-D73E9A52AE24}" type="parTrans" cxnId="{AC1A734B-15B3-4AF4-B169-E25A1E884870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7C2624-F7D0-47B8-8D6F-0908D7FA00F0}" type="sibTrans" cxnId="{AC1A734B-15B3-4AF4-B169-E25A1E884870}">
      <dgm:prSet/>
      <dgm:spPr/>
      <dgm:t>
        <a:bodyPr/>
        <a:lstStyle/>
        <a:p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1527EE-2312-4702-BF97-3AB73A923ED3}" type="pres">
      <dgm:prSet presAssocID="{CEA97480-6BA8-4F58-A43C-1C8FD9E776D4}" presName="Name0" presStyleCnt="0">
        <dgm:presLayoutVars>
          <dgm:dir/>
          <dgm:animLvl val="lvl"/>
          <dgm:resizeHandles val="exact"/>
        </dgm:presLayoutVars>
      </dgm:prSet>
      <dgm:spPr/>
    </dgm:pt>
    <dgm:pt modelId="{12D6C118-EE3D-4584-8727-9431C0ADA47E}" type="pres">
      <dgm:prSet presAssocID="{9CF40CC0-D03E-45E6-B185-8040BDE72E94}" presName="linNode" presStyleCnt="0"/>
      <dgm:spPr/>
    </dgm:pt>
    <dgm:pt modelId="{4163FA11-8101-4552-89FA-EE99F192E05E}" type="pres">
      <dgm:prSet presAssocID="{9CF40CC0-D03E-45E6-B185-8040BDE72E94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1D9CE3EA-0FDB-47C1-8646-F1004C195C19}" type="pres">
      <dgm:prSet presAssocID="{9CF40CC0-D03E-45E6-B185-8040BDE72E94}" presName="descendantText" presStyleLbl="alignAccFollowNode1" presStyleIdx="0" presStyleCnt="4">
        <dgm:presLayoutVars>
          <dgm:bulletEnabled/>
        </dgm:presLayoutVars>
      </dgm:prSet>
      <dgm:spPr/>
    </dgm:pt>
    <dgm:pt modelId="{F04C38B6-B06F-45B5-B535-9E28D2DF4084}" type="pres">
      <dgm:prSet presAssocID="{8379FE6D-7568-4607-9059-342436CE45DE}" presName="sp" presStyleCnt="0"/>
      <dgm:spPr/>
    </dgm:pt>
    <dgm:pt modelId="{CAC774A0-3152-47B7-8516-0CCB9E3C1E4A}" type="pres">
      <dgm:prSet presAssocID="{592D13C2-82A5-408C-8803-D41CABDF8E20}" presName="linNode" presStyleCnt="0"/>
      <dgm:spPr/>
    </dgm:pt>
    <dgm:pt modelId="{AFEEC447-8143-4CBF-9628-3995BD340322}" type="pres">
      <dgm:prSet presAssocID="{592D13C2-82A5-408C-8803-D41CABDF8E20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EE918686-2F9F-4744-B407-C630AFE46284}" type="pres">
      <dgm:prSet presAssocID="{592D13C2-82A5-408C-8803-D41CABDF8E20}" presName="descendantText" presStyleLbl="alignAccFollowNode1" presStyleIdx="1" presStyleCnt="4">
        <dgm:presLayoutVars>
          <dgm:bulletEnabled/>
        </dgm:presLayoutVars>
      </dgm:prSet>
      <dgm:spPr/>
    </dgm:pt>
    <dgm:pt modelId="{922DE840-1614-421A-B4AD-268DE00CBF92}" type="pres">
      <dgm:prSet presAssocID="{E726F63A-369E-4F50-9579-8BA7876122FE}" presName="sp" presStyleCnt="0"/>
      <dgm:spPr/>
    </dgm:pt>
    <dgm:pt modelId="{3D25816C-6A2F-47C5-B7E8-BBFE4A64BD4E}" type="pres">
      <dgm:prSet presAssocID="{FABEF333-5B17-4352-BB83-E34501C070C2}" presName="linNode" presStyleCnt="0"/>
      <dgm:spPr/>
    </dgm:pt>
    <dgm:pt modelId="{121C7491-40E3-48A3-ACB6-0590BA1DA220}" type="pres">
      <dgm:prSet presAssocID="{FABEF333-5B17-4352-BB83-E34501C070C2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6D6AA219-506C-4424-BE6D-93A753957172}" type="pres">
      <dgm:prSet presAssocID="{FABEF333-5B17-4352-BB83-E34501C070C2}" presName="descendantText" presStyleLbl="alignAccFollowNode1" presStyleIdx="2" presStyleCnt="4">
        <dgm:presLayoutVars>
          <dgm:bulletEnabled/>
        </dgm:presLayoutVars>
      </dgm:prSet>
      <dgm:spPr/>
    </dgm:pt>
    <dgm:pt modelId="{0553B1C8-E00B-4888-B6FE-72804E55AAC0}" type="pres">
      <dgm:prSet presAssocID="{4B8416C5-09C9-49FA-A976-C46C3CBED8AA}" presName="sp" presStyleCnt="0"/>
      <dgm:spPr/>
    </dgm:pt>
    <dgm:pt modelId="{CFFC3EFE-CE84-4A00-8382-E213F63A89F2}" type="pres">
      <dgm:prSet presAssocID="{D699299C-A5C2-4A27-8824-55F0F0862F7F}" presName="linNode" presStyleCnt="0"/>
      <dgm:spPr/>
    </dgm:pt>
    <dgm:pt modelId="{CDEC5814-6C6F-470E-AD59-959801C1A5C0}" type="pres">
      <dgm:prSet presAssocID="{D699299C-A5C2-4A27-8824-55F0F0862F7F}" presName="parentText" presStyleLbl="alignNode1" presStyleIdx="3" presStyleCnt="4" custLinFactNeighborY="1355">
        <dgm:presLayoutVars>
          <dgm:chMax val="1"/>
          <dgm:bulletEnabled/>
        </dgm:presLayoutVars>
      </dgm:prSet>
      <dgm:spPr/>
    </dgm:pt>
    <dgm:pt modelId="{A5C9F9D8-2DAF-4F34-A120-2C99A5A11667}" type="pres">
      <dgm:prSet presAssocID="{D699299C-A5C2-4A27-8824-55F0F0862F7F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B7B95D03-297C-42D3-9901-A4B7FA3D063C}" type="presOf" srcId="{85750BAF-3B85-45A8-BD42-979465A2024F}" destId="{6D6AA219-506C-4424-BE6D-93A753957172}" srcOrd="0" destOrd="0" presId="urn:microsoft.com/office/officeart/2016/7/layout/VerticalSolidActionList"/>
    <dgm:cxn modelId="{98E3DE0C-1F92-4871-86B3-700B36FDE1FE}" srcId="{592D13C2-82A5-408C-8803-D41CABDF8E20}" destId="{659662B2-D62B-498B-963C-2AE386B8DE17}" srcOrd="0" destOrd="0" parTransId="{098CD770-49DC-448F-BDF6-67DA0C1BE808}" sibTransId="{9BD8B7D8-2151-4309-9596-7901D8923803}"/>
    <dgm:cxn modelId="{90987827-F5C8-4636-B808-2917CFD8A1AE}" type="presOf" srcId="{9CF40CC0-D03E-45E6-B185-8040BDE72E94}" destId="{4163FA11-8101-4552-89FA-EE99F192E05E}" srcOrd="0" destOrd="0" presId="urn:microsoft.com/office/officeart/2016/7/layout/VerticalSolidActionList"/>
    <dgm:cxn modelId="{1219CF2A-583E-459A-8959-812CB52093FB}" srcId="{CEA97480-6BA8-4F58-A43C-1C8FD9E776D4}" destId="{FABEF333-5B17-4352-BB83-E34501C070C2}" srcOrd="2" destOrd="0" parTransId="{A6A02BF7-3E95-47DD-BD77-9803C73E00BA}" sibTransId="{4B8416C5-09C9-49FA-A976-C46C3CBED8AA}"/>
    <dgm:cxn modelId="{D4CD3F2C-DA93-475C-AA09-6D75DB0A9C25}" type="presOf" srcId="{592D13C2-82A5-408C-8803-D41CABDF8E20}" destId="{AFEEC447-8143-4CBF-9628-3995BD340322}" srcOrd="0" destOrd="0" presId="urn:microsoft.com/office/officeart/2016/7/layout/VerticalSolidActionList"/>
    <dgm:cxn modelId="{97F19837-FE6F-4F98-8EDE-089673B31EF2}" type="presOf" srcId="{CEA97480-6BA8-4F58-A43C-1C8FD9E776D4}" destId="{4F1527EE-2312-4702-BF97-3AB73A923ED3}" srcOrd="0" destOrd="0" presId="urn:microsoft.com/office/officeart/2016/7/layout/VerticalSolidActionList"/>
    <dgm:cxn modelId="{0BCF9A3A-0FAA-4301-8851-BF7E80F4E4F7}" srcId="{CEA97480-6BA8-4F58-A43C-1C8FD9E776D4}" destId="{D699299C-A5C2-4A27-8824-55F0F0862F7F}" srcOrd="3" destOrd="0" parTransId="{66796E2D-CA8B-4831-8FA4-ED3E118D4C73}" sibTransId="{12D46BA9-7CE1-4A40-92B8-951430BC13C1}"/>
    <dgm:cxn modelId="{7A6AA73E-680D-4CEA-BE55-F9581C23A10B}" type="presOf" srcId="{659662B2-D62B-498B-963C-2AE386B8DE17}" destId="{EE918686-2F9F-4744-B407-C630AFE46284}" srcOrd="0" destOrd="0" presId="urn:microsoft.com/office/officeart/2016/7/layout/VerticalSolidActionList"/>
    <dgm:cxn modelId="{2256B869-3230-427B-B477-A0478254EBEA}" srcId="{FABEF333-5B17-4352-BB83-E34501C070C2}" destId="{85750BAF-3B85-45A8-BD42-979465A2024F}" srcOrd="0" destOrd="0" parTransId="{04086457-739A-47B4-986F-3539F0C21863}" sibTransId="{1D5B50CA-3895-4F4E-8953-CDE2B32FF371}"/>
    <dgm:cxn modelId="{AC1A734B-15B3-4AF4-B169-E25A1E884870}" srcId="{D699299C-A5C2-4A27-8824-55F0F0862F7F}" destId="{4EE7CB06-6FF3-4E9B-AE68-4CC3CBCE2FAB}" srcOrd="0" destOrd="0" parTransId="{A650DA56-F45B-4125-9E1D-D73E9A52AE24}" sibTransId="{C77C2624-F7D0-47B8-8D6F-0908D7FA00F0}"/>
    <dgm:cxn modelId="{62609E6E-FAEC-4D59-A0AC-250D4077516A}" srcId="{CEA97480-6BA8-4F58-A43C-1C8FD9E776D4}" destId="{592D13C2-82A5-408C-8803-D41CABDF8E20}" srcOrd="1" destOrd="0" parTransId="{E8DD6F8E-40CD-4581-B4AC-8DD66B4D9543}" sibTransId="{E726F63A-369E-4F50-9579-8BA7876122FE}"/>
    <dgm:cxn modelId="{A026C279-22AC-4BAA-9EE4-A51E00B9BA71}" srcId="{CEA97480-6BA8-4F58-A43C-1C8FD9E776D4}" destId="{9CF40CC0-D03E-45E6-B185-8040BDE72E94}" srcOrd="0" destOrd="0" parTransId="{DEA74E08-B8B2-4B01-811D-840203403A65}" sibTransId="{8379FE6D-7568-4607-9059-342436CE45DE}"/>
    <dgm:cxn modelId="{E2243088-3CF7-4EC3-9FA2-7216E31C9CE9}" srcId="{9CF40CC0-D03E-45E6-B185-8040BDE72E94}" destId="{B1B32BB9-E3C0-439D-899D-75C2914AAC30}" srcOrd="0" destOrd="0" parTransId="{E1CB256F-CA13-46EA-BEBB-F82F485F9506}" sibTransId="{641D4993-2E7F-4D6B-9FF9-8A35373114B2}"/>
    <dgm:cxn modelId="{C73A8399-92C3-4F36-8568-D1A2B9A155A7}" type="presOf" srcId="{B1B32BB9-E3C0-439D-899D-75C2914AAC30}" destId="{1D9CE3EA-0FDB-47C1-8646-F1004C195C19}" srcOrd="0" destOrd="0" presId="urn:microsoft.com/office/officeart/2016/7/layout/VerticalSolidActionList"/>
    <dgm:cxn modelId="{722E6CA1-3CC9-44D0-B0BB-759F4AF11C08}" type="presOf" srcId="{FABEF333-5B17-4352-BB83-E34501C070C2}" destId="{121C7491-40E3-48A3-ACB6-0590BA1DA220}" srcOrd="0" destOrd="0" presId="urn:microsoft.com/office/officeart/2016/7/layout/VerticalSolidActionList"/>
    <dgm:cxn modelId="{A26910A3-AF96-44F9-9D6A-F9757EFCDE36}" type="presOf" srcId="{D699299C-A5C2-4A27-8824-55F0F0862F7F}" destId="{CDEC5814-6C6F-470E-AD59-959801C1A5C0}" srcOrd="0" destOrd="0" presId="urn:microsoft.com/office/officeart/2016/7/layout/VerticalSolidActionList"/>
    <dgm:cxn modelId="{FAB9B7AE-C829-46C1-AB2F-7D4027373CED}" type="presOf" srcId="{4EE7CB06-6FF3-4E9B-AE68-4CC3CBCE2FAB}" destId="{A5C9F9D8-2DAF-4F34-A120-2C99A5A11667}" srcOrd="0" destOrd="0" presId="urn:microsoft.com/office/officeart/2016/7/layout/VerticalSolidActionList"/>
    <dgm:cxn modelId="{6F2F784A-72B5-4544-9144-51DD208AA2A7}" type="presParOf" srcId="{4F1527EE-2312-4702-BF97-3AB73A923ED3}" destId="{12D6C118-EE3D-4584-8727-9431C0ADA47E}" srcOrd="0" destOrd="0" presId="urn:microsoft.com/office/officeart/2016/7/layout/VerticalSolidActionList"/>
    <dgm:cxn modelId="{8B2F2A89-06B3-4BF6-80EC-97D26F7F5D10}" type="presParOf" srcId="{12D6C118-EE3D-4584-8727-9431C0ADA47E}" destId="{4163FA11-8101-4552-89FA-EE99F192E05E}" srcOrd="0" destOrd="0" presId="urn:microsoft.com/office/officeart/2016/7/layout/VerticalSolidActionList"/>
    <dgm:cxn modelId="{642B8ED6-9373-45D5-817D-3A236A114A4F}" type="presParOf" srcId="{12D6C118-EE3D-4584-8727-9431C0ADA47E}" destId="{1D9CE3EA-0FDB-47C1-8646-F1004C195C19}" srcOrd="1" destOrd="0" presId="urn:microsoft.com/office/officeart/2016/7/layout/VerticalSolidActionList"/>
    <dgm:cxn modelId="{2B8BD709-612A-4F1F-9D13-CE51EA9C6C15}" type="presParOf" srcId="{4F1527EE-2312-4702-BF97-3AB73A923ED3}" destId="{F04C38B6-B06F-45B5-B535-9E28D2DF4084}" srcOrd="1" destOrd="0" presId="urn:microsoft.com/office/officeart/2016/7/layout/VerticalSolidActionList"/>
    <dgm:cxn modelId="{8D9773BF-40DE-439D-9F6F-13845ACBBA91}" type="presParOf" srcId="{4F1527EE-2312-4702-BF97-3AB73A923ED3}" destId="{CAC774A0-3152-47B7-8516-0CCB9E3C1E4A}" srcOrd="2" destOrd="0" presId="urn:microsoft.com/office/officeart/2016/7/layout/VerticalSolidActionList"/>
    <dgm:cxn modelId="{8A97FF93-A867-4413-84C4-B9768694CFFE}" type="presParOf" srcId="{CAC774A0-3152-47B7-8516-0CCB9E3C1E4A}" destId="{AFEEC447-8143-4CBF-9628-3995BD340322}" srcOrd="0" destOrd="0" presId="urn:microsoft.com/office/officeart/2016/7/layout/VerticalSolidActionList"/>
    <dgm:cxn modelId="{8A621F14-C6DA-4278-A643-9A032AA46E96}" type="presParOf" srcId="{CAC774A0-3152-47B7-8516-0CCB9E3C1E4A}" destId="{EE918686-2F9F-4744-B407-C630AFE46284}" srcOrd="1" destOrd="0" presId="urn:microsoft.com/office/officeart/2016/7/layout/VerticalSolidActionList"/>
    <dgm:cxn modelId="{9A99E2BB-1139-46BD-A112-7B43BFB0BC48}" type="presParOf" srcId="{4F1527EE-2312-4702-BF97-3AB73A923ED3}" destId="{922DE840-1614-421A-B4AD-268DE00CBF92}" srcOrd="3" destOrd="0" presId="urn:microsoft.com/office/officeart/2016/7/layout/VerticalSolidActionList"/>
    <dgm:cxn modelId="{E86E00BC-F271-4CAC-B1E2-784A3E7F9CB6}" type="presParOf" srcId="{4F1527EE-2312-4702-BF97-3AB73A923ED3}" destId="{3D25816C-6A2F-47C5-B7E8-BBFE4A64BD4E}" srcOrd="4" destOrd="0" presId="urn:microsoft.com/office/officeart/2016/7/layout/VerticalSolidActionList"/>
    <dgm:cxn modelId="{4CB8F5E0-2DC8-45E3-86BC-D8B1663BF6D8}" type="presParOf" srcId="{3D25816C-6A2F-47C5-B7E8-BBFE4A64BD4E}" destId="{121C7491-40E3-48A3-ACB6-0590BA1DA220}" srcOrd="0" destOrd="0" presId="urn:microsoft.com/office/officeart/2016/7/layout/VerticalSolidActionList"/>
    <dgm:cxn modelId="{465066A3-E407-4727-AB29-C787CBE25FF2}" type="presParOf" srcId="{3D25816C-6A2F-47C5-B7E8-BBFE4A64BD4E}" destId="{6D6AA219-506C-4424-BE6D-93A753957172}" srcOrd="1" destOrd="0" presId="urn:microsoft.com/office/officeart/2016/7/layout/VerticalSolidActionList"/>
    <dgm:cxn modelId="{0386CAFC-B33E-492C-9DB3-85E931CCDEDE}" type="presParOf" srcId="{4F1527EE-2312-4702-BF97-3AB73A923ED3}" destId="{0553B1C8-E00B-4888-B6FE-72804E55AAC0}" srcOrd="5" destOrd="0" presId="urn:microsoft.com/office/officeart/2016/7/layout/VerticalSolidActionList"/>
    <dgm:cxn modelId="{3978F124-F408-4DD6-8B64-EAB9D6B6340B}" type="presParOf" srcId="{4F1527EE-2312-4702-BF97-3AB73A923ED3}" destId="{CFFC3EFE-CE84-4A00-8382-E213F63A89F2}" srcOrd="6" destOrd="0" presId="urn:microsoft.com/office/officeart/2016/7/layout/VerticalSolidActionList"/>
    <dgm:cxn modelId="{C640E2D1-3196-4AFB-821F-87DFDFFD0A2B}" type="presParOf" srcId="{CFFC3EFE-CE84-4A00-8382-E213F63A89F2}" destId="{CDEC5814-6C6F-470E-AD59-959801C1A5C0}" srcOrd="0" destOrd="0" presId="urn:microsoft.com/office/officeart/2016/7/layout/VerticalSolidActionList"/>
    <dgm:cxn modelId="{375F3900-8BAB-4029-81CF-9DE72F30EEA6}" type="presParOf" srcId="{CFFC3EFE-CE84-4A00-8382-E213F63A89F2}" destId="{A5C9F9D8-2DAF-4F34-A120-2C99A5A11667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B9FB8D-F2F6-4413-A861-20A10CF4D30D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6A535538-9430-43D1-855C-1EDCF7F2D157}">
      <dgm:prSet phldrT="[Text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b="0" i="0" u="none" strike="noStrike" cap="none" normalizeH="0" baseline="0" dirty="0">
              <a:effectLst/>
              <a:latin typeface="Arial" panose="020B0604020202020204" pitchFamily="34" charset="0"/>
            </a:rPr>
            <a:t>Problem analysis and literature review completed</a:t>
          </a:r>
          <a:endParaRPr lang="en-IN" dirty="0"/>
        </a:p>
      </dgm:t>
    </dgm:pt>
    <dgm:pt modelId="{8070AB21-58B1-42D1-9849-05F61281A52C}" type="parTrans" cxnId="{0B71A303-5E82-4DB9-BCFF-AAF550808C75}">
      <dgm:prSet/>
      <dgm:spPr/>
      <dgm:t>
        <a:bodyPr/>
        <a:lstStyle/>
        <a:p>
          <a:endParaRPr lang="en-IN"/>
        </a:p>
      </dgm:t>
    </dgm:pt>
    <dgm:pt modelId="{E9AA4321-038A-44D7-A36E-0939E869EFD9}" type="sibTrans" cxnId="{0B71A303-5E82-4DB9-BCFF-AAF550808C75}">
      <dgm:prSet/>
      <dgm:spPr/>
      <dgm:t>
        <a:bodyPr/>
        <a:lstStyle/>
        <a:p>
          <a:endParaRPr lang="en-IN"/>
        </a:p>
      </dgm:t>
    </dgm:pt>
    <dgm:pt modelId="{9DE9E42D-E322-4897-A72E-CA45D22C6938}">
      <dgm:prSet phldrT="[Text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b="0" i="0" u="none" strike="noStrike" cap="none" normalizeH="0" baseline="0" dirty="0">
              <a:effectLst/>
              <a:latin typeface="Arial" panose="020B0604020202020204" pitchFamily="34" charset="0"/>
            </a:rPr>
            <a:t>IAQ parameters finalized</a:t>
          </a:r>
          <a:endParaRPr lang="en-IN" dirty="0"/>
        </a:p>
      </dgm:t>
    </dgm:pt>
    <dgm:pt modelId="{0184BB0A-CD2F-435F-B0D8-43BB8B954B2B}" type="parTrans" cxnId="{824BF012-E69E-4D90-AF96-FF80CF9000DB}">
      <dgm:prSet/>
      <dgm:spPr/>
      <dgm:t>
        <a:bodyPr/>
        <a:lstStyle/>
        <a:p>
          <a:endParaRPr lang="en-IN"/>
        </a:p>
      </dgm:t>
    </dgm:pt>
    <dgm:pt modelId="{64BB8AFD-6ED0-4749-9F68-746C0EDCF843}" type="sibTrans" cxnId="{824BF012-E69E-4D90-AF96-FF80CF9000DB}">
      <dgm:prSet/>
      <dgm:spPr/>
      <dgm:t>
        <a:bodyPr/>
        <a:lstStyle/>
        <a:p>
          <a:endParaRPr lang="en-IN"/>
        </a:p>
      </dgm:t>
    </dgm:pt>
    <dgm:pt modelId="{0CC7281C-412A-472E-A7AB-77C7E2AEEFC8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effectLst/>
              <a:latin typeface="Arial" panose="020B0604020202020204" pitchFamily="34" charset="0"/>
            </a:rPr>
            <a:t>System architecture designed</a:t>
          </a:r>
        </a:p>
      </dgm:t>
    </dgm:pt>
    <dgm:pt modelId="{CEF3ADDD-2D76-4837-963E-A3AFEC647EAD}" type="parTrans" cxnId="{578D164C-7A89-4367-95CC-552E9DEF168C}">
      <dgm:prSet/>
      <dgm:spPr/>
      <dgm:t>
        <a:bodyPr/>
        <a:lstStyle/>
        <a:p>
          <a:endParaRPr lang="en-IN"/>
        </a:p>
      </dgm:t>
    </dgm:pt>
    <dgm:pt modelId="{63B8C3D4-5314-453A-A64F-6479FD987220}" type="sibTrans" cxnId="{578D164C-7A89-4367-95CC-552E9DEF168C}">
      <dgm:prSet/>
      <dgm:spPr/>
      <dgm:t>
        <a:bodyPr/>
        <a:lstStyle/>
        <a:p>
          <a:endParaRPr lang="en-IN"/>
        </a:p>
      </dgm:t>
    </dgm:pt>
    <dgm:pt modelId="{3EC0B629-0544-4D00-8DE1-9AE3E1C4B106}">
      <dgm:prSet/>
      <dgm:spPr/>
      <dgm:t>
        <a:bodyPr/>
        <a:lstStyle/>
        <a:p>
          <a:r>
            <a:rPr kumimoji="0" lang="en-US" altLang="en-US" b="0" i="0" u="none" strike="noStrike" cap="none" normalizeH="0" baseline="0">
              <a:effectLst/>
              <a:latin typeface="Arial" panose="020B0604020202020204" pitchFamily="34" charset="0"/>
            </a:rPr>
            <a:t>Dashboard concept designed</a:t>
          </a:r>
        </a:p>
      </dgm:t>
    </dgm:pt>
    <dgm:pt modelId="{DDC23783-189B-4B53-A853-A1E5E874C297}" type="parTrans" cxnId="{D5F424D3-4468-4555-B401-BA1C765AE2B9}">
      <dgm:prSet/>
      <dgm:spPr/>
      <dgm:t>
        <a:bodyPr/>
        <a:lstStyle/>
        <a:p>
          <a:endParaRPr lang="en-IN"/>
        </a:p>
      </dgm:t>
    </dgm:pt>
    <dgm:pt modelId="{BB4E8674-4D12-44BE-AFCF-1120F5BF2BA9}" type="sibTrans" cxnId="{D5F424D3-4468-4555-B401-BA1C765AE2B9}">
      <dgm:prSet/>
      <dgm:spPr/>
      <dgm:t>
        <a:bodyPr/>
        <a:lstStyle/>
        <a:p>
          <a:endParaRPr lang="en-IN"/>
        </a:p>
      </dgm:t>
    </dgm:pt>
    <dgm:pt modelId="{35FDE234-FC11-4199-A96D-C2FB2D7ECB92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effectLst/>
              <a:latin typeface="Arial" panose="020B0604020202020204" pitchFamily="34" charset="0"/>
            </a:rPr>
            <a:t>Cloud platform studied</a:t>
          </a:r>
        </a:p>
      </dgm:t>
    </dgm:pt>
    <dgm:pt modelId="{743FBD48-C9AE-4055-A2D0-1FC5CD2BC34C}" type="parTrans" cxnId="{2324497B-F520-4DA7-8EEE-6D7BDA2E2B76}">
      <dgm:prSet/>
      <dgm:spPr/>
      <dgm:t>
        <a:bodyPr/>
        <a:lstStyle/>
        <a:p>
          <a:endParaRPr lang="en-IN"/>
        </a:p>
      </dgm:t>
    </dgm:pt>
    <dgm:pt modelId="{84AF215F-D0C8-4855-A33D-37441744CDD6}" type="sibTrans" cxnId="{2324497B-F520-4DA7-8EEE-6D7BDA2E2B76}">
      <dgm:prSet/>
      <dgm:spPr/>
      <dgm:t>
        <a:bodyPr/>
        <a:lstStyle/>
        <a:p>
          <a:endParaRPr lang="en-IN"/>
        </a:p>
      </dgm:t>
    </dgm:pt>
    <dgm:pt modelId="{E8A7E0CF-9AE9-427B-B9C5-03503F4B6930}">
      <dgm:prSet/>
      <dgm:spPr/>
      <dgm:t>
        <a:bodyPr/>
        <a:lstStyle/>
        <a:p>
          <a:r>
            <a:rPr lang="en-IN" dirty="0"/>
            <a:t>Notification system implemented</a:t>
          </a:r>
        </a:p>
      </dgm:t>
    </dgm:pt>
    <dgm:pt modelId="{CE265412-8EFC-4D69-A038-900D391974DA}" type="parTrans" cxnId="{3FA5CC73-F6CF-447D-8A2E-5ED8D995F2CE}">
      <dgm:prSet/>
      <dgm:spPr/>
      <dgm:t>
        <a:bodyPr/>
        <a:lstStyle/>
        <a:p>
          <a:endParaRPr lang="en-IN"/>
        </a:p>
      </dgm:t>
    </dgm:pt>
    <dgm:pt modelId="{2E8538D9-D233-444C-9F63-39AE3E3356A2}" type="sibTrans" cxnId="{3FA5CC73-F6CF-447D-8A2E-5ED8D995F2CE}">
      <dgm:prSet/>
      <dgm:spPr/>
      <dgm:t>
        <a:bodyPr/>
        <a:lstStyle/>
        <a:p>
          <a:endParaRPr lang="en-IN"/>
        </a:p>
      </dgm:t>
    </dgm:pt>
    <dgm:pt modelId="{369470B4-82CC-4BCB-BD25-A29985469D92}">
      <dgm:prSet/>
      <dgm:spPr/>
      <dgm:t>
        <a:bodyPr/>
        <a:lstStyle/>
        <a:p>
          <a:r>
            <a:rPr lang="en-US" b="0" dirty="0"/>
            <a:t>Real time data transmission enabled</a:t>
          </a:r>
        </a:p>
      </dgm:t>
    </dgm:pt>
    <dgm:pt modelId="{E7D883FC-9262-4957-9BA2-0981F080E73C}" type="parTrans" cxnId="{33C12029-B8A7-461E-8DF8-A4F2CA10C1E3}">
      <dgm:prSet/>
      <dgm:spPr/>
      <dgm:t>
        <a:bodyPr/>
        <a:lstStyle/>
        <a:p>
          <a:endParaRPr lang="en-IN"/>
        </a:p>
      </dgm:t>
    </dgm:pt>
    <dgm:pt modelId="{D8E12844-4A69-424E-948A-945D4AAE5FAA}" type="sibTrans" cxnId="{33C12029-B8A7-461E-8DF8-A4F2CA10C1E3}">
      <dgm:prSet/>
      <dgm:spPr/>
      <dgm:t>
        <a:bodyPr/>
        <a:lstStyle/>
        <a:p>
          <a:endParaRPr lang="en-IN"/>
        </a:p>
      </dgm:t>
    </dgm:pt>
    <dgm:pt modelId="{B8D4C103-16A9-4499-AF7C-92EFA6DB31D7}" type="pres">
      <dgm:prSet presAssocID="{FCB9FB8D-F2F6-4413-A861-20A10CF4D30D}" presName="Name0" presStyleCnt="0">
        <dgm:presLayoutVars>
          <dgm:chMax val="7"/>
          <dgm:chPref val="7"/>
          <dgm:dir/>
        </dgm:presLayoutVars>
      </dgm:prSet>
      <dgm:spPr/>
    </dgm:pt>
    <dgm:pt modelId="{B580C4F4-F768-4E70-A7B6-1960823C1763}" type="pres">
      <dgm:prSet presAssocID="{FCB9FB8D-F2F6-4413-A861-20A10CF4D30D}" presName="Name1" presStyleCnt="0"/>
      <dgm:spPr/>
    </dgm:pt>
    <dgm:pt modelId="{E7FE4742-A6BD-439A-B105-71D7F8D330FF}" type="pres">
      <dgm:prSet presAssocID="{FCB9FB8D-F2F6-4413-A861-20A10CF4D30D}" presName="cycle" presStyleCnt="0"/>
      <dgm:spPr/>
    </dgm:pt>
    <dgm:pt modelId="{5F94875F-4AC0-4561-BAE9-57A15619AD97}" type="pres">
      <dgm:prSet presAssocID="{FCB9FB8D-F2F6-4413-A861-20A10CF4D30D}" presName="srcNode" presStyleLbl="node1" presStyleIdx="0" presStyleCnt="7"/>
      <dgm:spPr/>
    </dgm:pt>
    <dgm:pt modelId="{9429C769-06B9-4CA0-8F90-E7EAA9AD90BC}" type="pres">
      <dgm:prSet presAssocID="{FCB9FB8D-F2F6-4413-A861-20A10CF4D30D}" presName="conn" presStyleLbl="parChTrans1D2" presStyleIdx="0" presStyleCnt="1"/>
      <dgm:spPr/>
    </dgm:pt>
    <dgm:pt modelId="{F5745BE0-5D0B-4E47-B89C-FD49527BAAFA}" type="pres">
      <dgm:prSet presAssocID="{FCB9FB8D-F2F6-4413-A861-20A10CF4D30D}" presName="extraNode" presStyleLbl="node1" presStyleIdx="0" presStyleCnt="7"/>
      <dgm:spPr/>
    </dgm:pt>
    <dgm:pt modelId="{D94BB489-57D0-4D97-91C6-00BE4BCBEDD4}" type="pres">
      <dgm:prSet presAssocID="{FCB9FB8D-F2F6-4413-A861-20A10CF4D30D}" presName="dstNode" presStyleLbl="node1" presStyleIdx="0" presStyleCnt="7"/>
      <dgm:spPr/>
    </dgm:pt>
    <dgm:pt modelId="{96FC4E4F-5D97-4417-B363-B5C73FFFEAA0}" type="pres">
      <dgm:prSet presAssocID="{6A535538-9430-43D1-855C-1EDCF7F2D157}" presName="text_1" presStyleLbl="node1" presStyleIdx="0" presStyleCnt="7">
        <dgm:presLayoutVars>
          <dgm:bulletEnabled val="1"/>
        </dgm:presLayoutVars>
      </dgm:prSet>
      <dgm:spPr/>
    </dgm:pt>
    <dgm:pt modelId="{051E5FFD-54EE-4E70-A816-BFA0272E827E}" type="pres">
      <dgm:prSet presAssocID="{6A535538-9430-43D1-855C-1EDCF7F2D157}" presName="accent_1" presStyleCnt="0"/>
      <dgm:spPr/>
    </dgm:pt>
    <dgm:pt modelId="{91EDF9B1-ABC7-42FB-9D4B-20F00FF8CEA4}" type="pres">
      <dgm:prSet presAssocID="{6A535538-9430-43D1-855C-1EDCF7F2D157}" presName="accentRepeatNode" presStyleLbl="solidFgAcc1" presStyleIdx="0" presStyleCnt="7"/>
      <dgm:spPr/>
    </dgm:pt>
    <dgm:pt modelId="{1F8582AD-F4ED-4C0C-898B-094A9AD77F15}" type="pres">
      <dgm:prSet presAssocID="{9DE9E42D-E322-4897-A72E-CA45D22C6938}" presName="text_2" presStyleLbl="node1" presStyleIdx="1" presStyleCnt="7">
        <dgm:presLayoutVars>
          <dgm:bulletEnabled val="1"/>
        </dgm:presLayoutVars>
      </dgm:prSet>
      <dgm:spPr/>
    </dgm:pt>
    <dgm:pt modelId="{5D490F48-CECA-47DE-A80C-1F10066A1077}" type="pres">
      <dgm:prSet presAssocID="{9DE9E42D-E322-4897-A72E-CA45D22C6938}" presName="accent_2" presStyleCnt="0"/>
      <dgm:spPr/>
    </dgm:pt>
    <dgm:pt modelId="{758257A8-223A-402D-8C2C-BBE3E9EC160D}" type="pres">
      <dgm:prSet presAssocID="{9DE9E42D-E322-4897-A72E-CA45D22C6938}" presName="accentRepeatNode" presStyleLbl="solidFgAcc1" presStyleIdx="1" presStyleCnt="7"/>
      <dgm:spPr/>
    </dgm:pt>
    <dgm:pt modelId="{CC30BB15-E44E-4E6D-BFC6-6AACB54F89A0}" type="pres">
      <dgm:prSet presAssocID="{0CC7281C-412A-472E-A7AB-77C7E2AEEFC8}" presName="text_3" presStyleLbl="node1" presStyleIdx="2" presStyleCnt="7">
        <dgm:presLayoutVars>
          <dgm:bulletEnabled val="1"/>
        </dgm:presLayoutVars>
      </dgm:prSet>
      <dgm:spPr/>
    </dgm:pt>
    <dgm:pt modelId="{3140A669-7E79-4CCD-BDC2-52F31D4FFCDD}" type="pres">
      <dgm:prSet presAssocID="{0CC7281C-412A-472E-A7AB-77C7E2AEEFC8}" presName="accent_3" presStyleCnt="0"/>
      <dgm:spPr/>
    </dgm:pt>
    <dgm:pt modelId="{586260AC-7C98-4E83-BF52-2102959AE7B5}" type="pres">
      <dgm:prSet presAssocID="{0CC7281C-412A-472E-A7AB-77C7E2AEEFC8}" presName="accentRepeatNode" presStyleLbl="solidFgAcc1" presStyleIdx="2" presStyleCnt="7"/>
      <dgm:spPr/>
    </dgm:pt>
    <dgm:pt modelId="{DEC8F1DD-7566-4243-9C5E-11D48E1C34E1}" type="pres">
      <dgm:prSet presAssocID="{3EC0B629-0544-4D00-8DE1-9AE3E1C4B106}" presName="text_4" presStyleLbl="node1" presStyleIdx="3" presStyleCnt="7">
        <dgm:presLayoutVars>
          <dgm:bulletEnabled val="1"/>
        </dgm:presLayoutVars>
      </dgm:prSet>
      <dgm:spPr/>
    </dgm:pt>
    <dgm:pt modelId="{2F671008-AE7E-4161-9722-94A95C16E07F}" type="pres">
      <dgm:prSet presAssocID="{3EC0B629-0544-4D00-8DE1-9AE3E1C4B106}" presName="accent_4" presStyleCnt="0"/>
      <dgm:spPr/>
    </dgm:pt>
    <dgm:pt modelId="{E75CA068-690D-454A-94C9-7E62854218EE}" type="pres">
      <dgm:prSet presAssocID="{3EC0B629-0544-4D00-8DE1-9AE3E1C4B106}" presName="accentRepeatNode" presStyleLbl="solidFgAcc1" presStyleIdx="3" presStyleCnt="7"/>
      <dgm:spPr/>
    </dgm:pt>
    <dgm:pt modelId="{26765D84-27C9-4549-977E-4ECDCC068822}" type="pres">
      <dgm:prSet presAssocID="{35FDE234-FC11-4199-A96D-C2FB2D7ECB92}" presName="text_5" presStyleLbl="node1" presStyleIdx="4" presStyleCnt="7">
        <dgm:presLayoutVars>
          <dgm:bulletEnabled val="1"/>
        </dgm:presLayoutVars>
      </dgm:prSet>
      <dgm:spPr/>
    </dgm:pt>
    <dgm:pt modelId="{593EE4F0-C94A-4756-9D12-F2E035DB5C13}" type="pres">
      <dgm:prSet presAssocID="{35FDE234-FC11-4199-A96D-C2FB2D7ECB92}" presName="accent_5" presStyleCnt="0"/>
      <dgm:spPr/>
    </dgm:pt>
    <dgm:pt modelId="{BB0AAE1B-DAB9-418A-8B76-28EB4DCAD0F2}" type="pres">
      <dgm:prSet presAssocID="{35FDE234-FC11-4199-A96D-C2FB2D7ECB92}" presName="accentRepeatNode" presStyleLbl="solidFgAcc1" presStyleIdx="4" presStyleCnt="7"/>
      <dgm:spPr/>
    </dgm:pt>
    <dgm:pt modelId="{A5E54A94-F3E8-4205-BE7A-1955765DC2A4}" type="pres">
      <dgm:prSet presAssocID="{369470B4-82CC-4BCB-BD25-A29985469D92}" presName="text_6" presStyleLbl="node1" presStyleIdx="5" presStyleCnt="7">
        <dgm:presLayoutVars>
          <dgm:bulletEnabled val="1"/>
        </dgm:presLayoutVars>
      </dgm:prSet>
      <dgm:spPr/>
    </dgm:pt>
    <dgm:pt modelId="{763777D3-E59D-41DD-99CC-29A111C662A9}" type="pres">
      <dgm:prSet presAssocID="{369470B4-82CC-4BCB-BD25-A29985469D92}" presName="accent_6" presStyleCnt="0"/>
      <dgm:spPr/>
    </dgm:pt>
    <dgm:pt modelId="{06DD23C6-52E4-49C7-9D5D-591D97ABD74C}" type="pres">
      <dgm:prSet presAssocID="{369470B4-82CC-4BCB-BD25-A29985469D92}" presName="accentRepeatNode" presStyleLbl="solidFgAcc1" presStyleIdx="5" presStyleCnt="7"/>
      <dgm:spPr/>
    </dgm:pt>
    <dgm:pt modelId="{7E0F3E9A-2807-4B60-B810-AE93B562D648}" type="pres">
      <dgm:prSet presAssocID="{E8A7E0CF-9AE9-427B-B9C5-03503F4B6930}" presName="text_7" presStyleLbl="node1" presStyleIdx="6" presStyleCnt="7">
        <dgm:presLayoutVars>
          <dgm:bulletEnabled val="1"/>
        </dgm:presLayoutVars>
      </dgm:prSet>
      <dgm:spPr/>
    </dgm:pt>
    <dgm:pt modelId="{AF2DB597-70A4-40AD-A3D4-D9BB01A779ED}" type="pres">
      <dgm:prSet presAssocID="{E8A7E0CF-9AE9-427B-B9C5-03503F4B6930}" presName="accent_7" presStyleCnt="0"/>
      <dgm:spPr/>
    </dgm:pt>
    <dgm:pt modelId="{A3BBA9E7-EF88-45BB-A8A7-F30A5E02AB53}" type="pres">
      <dgm:prSet presAssocID="{E8A7E0CF-9AE9-427B-B9C5-03503F4B6930}" presName="accentRepeatNode" presStyleLbl="solidFgAcc1" presStyleIdx="6" presStyleCnt="7"/>
      <dgm:spPr/>
    </dgm:pt>
  </dgm:ptLst>
  <dgm:cxnLst>
    <dgm:cxn modelId="{0B71A303-5E82-4DB9-BCFF-AAF550808C75}" srcId="{FCB9FB8D-F2F6-4413-A861-20A10CF4D30D}" destId="{6A535538-9430-43D1-855C-1EDCF7F2D157}" srcOrd="0" destOrd="0" parTransId="{8070AB21-58B1-42D1-9849-05F61281A52C}" sibTransId="{E9AA4321-038A-44D7-A36E-0939E869EFD9}"/>
    <dgm:cxn modelId="{824BF012-E69E-4D90-AF96-FF80CF9000DB}" srcId="{FCB9FB8D-F2F6-4413-A861-20A10CF4D30D}" destId="{9DE9E42D-E322-4897-A72E-CA45D22C6938}" srcOrd="1" destOrd="0" parTransId="{0184BB0A-CD2F-435F-B0D8-43BB8B954B2B}" sibTransId="{64BB8AFD-6ED0-4749-9F68-746C0EDCF843}"/>
    <dgm:cxn modelId="{453A5F25-BFF6-443E-8440-3262EF084C93}" type="presOf" srcId="{9DE9E42D-E322-4897-A72E-CA45D22C6938}" destId="{1F8582AD-F4ED-4C0C-898B-094A9AD77F15}" srcOrd="0" destOrd="0" presId="urn:microsoft.com/office/officeart/2008/layout/VerticalCurvedList"/>
    <dgm:cxn modelId="{33C12029-B8A7-461E-8DF8-A4F2CA10C1E3}" srcId="{FCB9FB8D-F2F6-4413-A861-20A10CF4D30D}" destId="{369470B4-82CC-4BCB-BD25-A29985469D92}" srcOrd="5" destOrd="0" parTransId="{E7D883FC-9262-4957-9BA2-0981F080E73C}" sibTransId="{D8E12844-4A69-424E-948A-945D4AAE5FAA}"/>
    <dgm:cxn modelId="{132A402A-6BAA-4675-958C-5CBD9F3B707F}" type="presOf" srcId="{FCB9FB8D-F2F6-4413-A861-20A10CF4D30D}" destId="{B8D4C103-16A9-4499-AF7C-92EFA6DB31D7}" srcOrd="0" destOrd="0" presId="urn:microsoft.com/office/officeart/2008/layout/VerticalCurvedList"/>
    <dgm:cxn modelId="{7E75AD62-33DF-4B04-993E-649C387F3EA2}" type="presOf" srcId="{6A535538-9430-43D1-855C-1EDCF7F2D157}" destId="{96FC4E4F-5D97-4417-B363-B5C73FFFEAA0}" srcOrd="0" destOrd="0" presId="urn:microsoft.com/office/officeart/2008/layout/VerticalCurvedList"/>
    <dgm:cxn modelId="{578D164C-7A89-4367-95CC-552E9DEF168C}" srcId="{FCB9FB8D-F2F6-4413-A861-20A10CF4D30D}" destId="{0CC7281C-412A-472E-A7AB-77C7E2AEEFC8}" srcOrd="2" destOrd="0" parTransId="{CEF3ADDD-2D76-4837-963E-A3AFEC647EAD}" sibTransId="{63B8C3D4-5314-453A-A64F-6479FD987220}"/>
    <dgm:cxn modelId="{3FA5CC73-F6CF-447D-8A2E-5ED8D995F2CE}" srcId="{FCB9FB8D-F2F6-4413-A861-20A10CF4D30D}" destId="{E8A7E0CF-9AE9-427B-B9C5-03503F4B6930}" srcOrd="6" destOrd="0" parTransId="{CE265412-8EFC-4D69-A038-900D391974DA}" sibTransId="{2E8538D9-D233-444C-9F63-39AE3E3356A2}"/>
    <dgm:cxn modelId="{2324497B-F520-4DA7-8EEE-6D7BDA2E2B76}" srcId="{FCB9FB8D-F2F6-4413-A861-20A10CF4D30D}" destId="{35FDE234-FC11-4199-A96D-C2FB2D7ECB92}" srcOrd="4" destOrd="0" parTransId="{743FBD48-C9AE-4055-A2D0-1FC5CD2BC34C}" sibTransId="{84AF215F-D0C8-4855-A33D-37441744CDD6}"/>
    <dgm:cxn modelId="{A7C6527E-1289-49AC-96A7-9E8C71A8C574}" type="presOf" srcId="{0CC7281C-412A-472E-A7AB-77C7E2AEEFC8}" destId="{CC30BB15-E44E-4E6D-BFC6-6AACB54F89A0}" srcOrd="0" destOrd="0" presId="urn:microsoft.com/office/officeart/2008/layout/VerticalCurvedList"/>
    <dgm:cxn modelId="{4CECA48E-ACB1-452C-967E-5E8DD9A15140}" type="presOf" srcId="{35FDE234-FC11-4199-A96D-C2FB2D7ECB92}" destId="{26765D84-27C9-4549-977E-4ECDCC068822}" srcOrd="0" destOrd="0" presId="urn:microsoft.com/office/officeart/2008/layout/VerticalCurvedList"/>
    <dgm:cxn modelId="{4CC8A1AA-7F53-45B3-B996-5DFD9C0D07AB}" type="presOf" srcId="{E8A7E0CF-9AE9-427B-B9C5-03503F4B6930}" destId="{7E0F3E9A-2807-4B60-B810-AE93B562D648}" srcOrd="0" destOrd="0" presId="urn:microsoft.com/office/officeart/2008/layout/VerticalCurvedList"/>
    <dgm:cxn modelId="{25D991AF-7D8F-4D1A-9E03-8728137BD035}" type="presOf" srcId="{E9AA4321-038A-44D7-A36E-0939E869EFD9}" destId="{9429C769-06B9-4CA0-8F90-E7EAA9AD90BC}" srcOrd="0" destOrd="0" presId="urn:microsoft.com/office/officeart/2008/layout/VerticalCurvedList"/>
    <dgm:cxn modelId="{D5F424D3-4468-4555-B401-BA1C765AE2B9}" srcId="{FCB9FB8D-F2F6-4413-A861-20A10CF4D30D}" destId="{3EC0B629-0544-4D00-8DE1-9AE3E1C4B106}" srcOrd="3" destOrd="0" parTransId="{DDC23783-189B-4B53-A853-A1E5E874C297}" sibTransId="{BB4E8674-4D12-44BE-AFCF-1120F5BF2BA9}"/>
    <dgm:cxn modelId="{A543FCDB-4A82-4E0D-A9CC-4458F4F51719}" type="presOf" srcId="{369470B4-82CC-4BCB-BD25-A29985469D92}" destId="{A5E54A94-F3E8-4205-BE7A-1955765DC2A4}" srcOrd="0" destOrd="0" presId="urn:microsoft.com/office/officeart/2008/layout/VerticalCurvedList"/>
    <dgm:cxn modelId="{7D08B9F9-54F3-40D2-849B-76032C870A89}" type="presOf" srcId="{3EC0B629-0544-4D00-8DE1-9AE3E1C4B106}" destId="{DEC8F1DD-7566-4243-9C5E-11D48E1C34E1}" srcOrd="0" destOrd="0" presId="urn:microsoft.com/office/officeart/2008/layout/VerticalCurvedList"/>
    <dgm:cxn modelId="{0B0E82CD-AA6E-4BF1-BD52-9812C2833EC5}" type="presParOf" srcId="{B8D4C103-16A9-4499-AF7C-92EFA6DB31D7}" destId="{B580C4F4-F768-4E70-A7B6-1960823C1763}" srcOrd="0" destOrd="0" presId="urn:microsoft.com/office/officeart/2008/layout/VerticalCurvedList"/>
    <dgm:cxn modelId="{4A9829F5-35BF-4A4F-B3E9-B947DA7C2A09}" type="presParOf" srcId="{B580C4F4-F768-4E70-A7B6-1960823C1763}" destId="{E7FE4742-A6BD-439A-B105-71D7F8D330FF}" srcOrd="0" destOrd="0" presId="urn:microsoft.com/office/officeart/2008/layout/VerticalCurvedList"/>
    <dgm:cxn modelId="{39139C93-5B78-48F3-9C8A-9FB468853F78}" type="presParOf" srcId="{E7FE4742-A6BD-439A-B105-71D7F8D330FF}" destId="{5F94875F-4AC0-4561-BAE9-57A15619AD97}" srcOrd="0" destOrd="0" presId="urn:microsoft.com/office/officeart/2008/layout/VerticalCurvedList"/>
    <dgm:cxn modelId="{96F99977-EF7A-4A59-AEDF-AF99FEC61E7A}" type="presParOf" srcId="{E7FE4742-A6BD-439A-B105-71D7F8D330FF}" destId="{9429C769-06B9-4CA0-8F90-E7EAA9AD90BC}" srcOrd="1" destOrd="0" presId="urn:microsoft.com/office/officeart/2008/layout/VerticalCurvedList"/>
    <dgm:cxn modelId="{18E424B0-A919-45AA-9DE8-8300796741BA}" type="presParOf" srcId="{E7FE4742-A6BD-439A-B105-71D7F8D330FF}" destId="{F5745BE0-5D0B-4E47-B89C-FD49527BAAFA}" srcOrd="2" destOrd="0" presId="urn:microsoft.com/office/officeart/2008/layout/VerticalCurvedList"/>
    <dgm:cxn modelId="{519F54AE-4248-417E-AE90-6235EFF00605}" type="presParOf" srcId="{E7FE4742-A6BD-439A-B105-71D7F8D330FF}" destId="{D94BB489-57D0-4D97-91C6-00BE4BCBEDD4}" srcOrd="3" destOrd="0" presId="urn:microsoft.com/office/officeart/2008/layout/VerticalCurvedList"/>
    <dgm:cxn modelId="{0B0A6167-2936-479F-BBD7-A5E087A0BBB7}" type="presParOf" srcId="{B580C4F4-F768-4E70-A7B6-1960823C1763}" destId="{96FC4E4F-5D97-4417-B363-B5C73FFFEAA0}" srcOrd="1" destOrd="0" presId="urn:microsoft.com/office/officeart/2008/layout/VerticalCurvedList"/>
    <dgm:cxn modelId="{2EED8466-DB61-4AC4-A708-8CECD29E60CD}" type="presParOf" srcId="{B580C4F4-F768-4E70-A7B6-1960823C1763}" destId="{051E5FFD-54EE-4E70-A816-BFA0272E827E}" srcOrd="2" destOrd="0" presId="urn:microsoft.com/office/officeart/2008/layout/VerticalCurvedList"/>
    <dgm:cxn modelId="{F17F63C4-3939-4C08-B808-C77985453ACB}" type="presParOf" srcId="{051E5FFD-54EE-4E70-A816-BFA0272E827E}" destId="{91EDF9B1-ABC7-42FB-9D4B-20F00FF8CEA4}" srcOrd="0" destOrd="0" presId="urn:microsoft.com/office/officeart/2008/layout/VerticalCurvedList"/>
    <dgm:cxn modelId="{5F81C420-DADD-4D34-BE23-3B4260CBB9BD}" type="presParOf" srcId="{B580C4F4-F768-4E70-A7B6-1960823C1763}" destId="{1F8582AD-F4ED-4C0C-898B-094A9AD77F15}" srcOrd="3" destOrd="0" presId="urn:microsoft.com/office/officeart/2008/layout/VerticalCurvedList"/>
    <dgm:cxn modelId="{E3F50CC8-611D-499E-B432-19497D460D3E}" type="presParOf" srcId="{B580C4F4-F768-4E70-A7B6-1960823C1763}" destId="{5D490F48-CECA-47DE-A80C-1F10066A1077}" srcOrd="4" destOrd="0" presId="urn:microsoft.com/office/officeart/2008/layout/VerticalCurvedList"/>
    <dgm:cxn modelId="{359B862F-FF1D-4DFA-B294-DD2D86ADB858}" type="presParOf" srcId="{5D490F48-CECA-47DE-A80C-1F10066A1077}" destId="{758257A8-223A-402D-8C2C-BBE3E9EC160D}" srcOrd="0" destOrd="0" presId="urn:microsoft.com/office/officeart/2008/layout/VerticalCurvedList"/>
    <dgm:cxn modelId="{CCD4FF50-31C4-42F3-8513-9C88F5E4E828}" type="presParOf" srcId="{B580C4F4-F768-4E70-A7B6-1960823C1763}" destId="{CC30BB15-E44E-4E6D-BFC6-6AACB54F89A0}" srcOrd="5" destOrd="0" presId="urn:microsoft.com/office/officeart/2008/layout/VerticalCurvedList"/>
    <dgm:cxn modelId="{F29FC3EC-1046-4042-9BC5-A8CE4EC105CC}" type="presParOf" srcId="{B580C4F4-F768-4E70-A7B6-1960823C1763}" destId="{3140A669-7E79-4CCD-BDC2-52F31D4FFCDD}" srcOrd="6" destOrd="0" presId="urn:microsoft.com/office/officeart/2008/layout/VerticalCurvedList"/>
    <dgm:cxn modelId="{B2D8C601-A1B9-400C-AE0B-79A13D5593FF}" type="presParOf" srcId="{3140A669-7E79-4CCD-BDC2-52F31D4FFCDD}" destId="{586260AC-7C98-4E83-BF52-2102959AE7B5}" srcOrd="0" destOrd="0" presId="urn:microsoft.com/office/officeart/2008/layout/VerticalCurvedList"/>
    <dgm:cxn modelId="{D563B5D0-18C4-4EE0-A555-AB787894588B}" type="presParOf" srcId="{B580C4F4-F768-4E70-A7B6-1960823C1763}" destId="{DEC8F1DD-7566-4243-9C5E-11D48E1C34E1}" srcOrd="7" destOrd="0" presId="urn:microsoft.com/office/officeart/2008/layout/VerticalCurvedList"/>
    <dgm:cxn modelId="{3B49A784-6426-46D1-8C59-EC08CE83FE7A}" type="presParOf" srcId="{B580C4F4-F768-4E70-A7B6-1960823C1763}" destId="{2F671008-AE7E-4161-9722-94A95C16E07F}" srcOrd="8" destOrd="0" presId="urn:microsoft.com/office/officeart/2008/layout/VerticalCurvedList"/>
    <dgm:cxn modelId="{CAC35850-62CD-4530-87C2-C850AB42B041}" type="presParOf" srcId="{2F671008-AE7E-4161-9722-94A95C16E07F}" destId="{E75CA068-690D-454A-94C9-7E62854218EE}" srcOrd="0" destOrd="0" presId="urn:microsoft.com/office/officeart/2008/layout/VerticalCurvedList"/>
    <dgm:cxn modelId="{19721370-F478-45A5-9A02-E1E75AC5B5F5}" type="presParOf" srcId="{B580C4F4-F768-4E70-A7B6-1960823C1763}" destId="{26765D84-27C9-4549-977E-4ECDCC068822}" srcOrd="9" destOrd="0" presId="urn:microsoft.com/office/officeart/2008/layout/VerticalCurvedList"/>
    <dgm:cxn modelId="{17232396-D39A-436B-9282-3B367FAE479C}" type="presParOf" srcId="{B580C4F4-F768-4E70-A7B6-1960823C1763}" destId="{593EE4F0-C94A-4756-9D12-F2E035DB5C13}" srcOrd="10" destOrd="0" presId="urn:microsoft.com/office/officeart/2008/layout/VerticalCurvedList"/>
    <dgm:cxn modelId="{4CEF8216-B5E7-42E9-B2DB-3C6CE1C4C21A}" type="presParOf" srcId="{593EE4F0-C94A-4756-9D12-F2E035DB5C13}" destId="{BB0AAE1B-DAB9-418A-8B76-28EB4DCAD0F2}" srcOrd="0" destOrd="0" presId="urn:microsoft.com/office/officeart/2008/layout/VerticalCurvedList"/>
    <dgm:cxn modelId="{8868DEE9-EB17-46E8-896D-C20C3FEDB1D2}" type="presParOf" srcId="{B580C4F4-F768-4E70-A7B6-1960823C1763}" destId="{A5E54A94-F3E8-4205-BE7A-1955765DC2A4}" srcOrd="11" destOrd="0" presId="urn:microsoft.com/office/officeart/2008/layout/VerticalCurvedList"/>
    <dgm:cxn modelId="{876CDD27-1B3E-41BD-9CDC-D0164A2E91C4}" type="presParOf" srcId="{B580C4F4-F768-4E70-A7B6-1960823C1763}" destId="{763777D3-E59D-41DD-99CC-29A111C662A9}" srcOrd="12" destOrd="0" presId="urn:microsoft.com/office/officeart/2008/layout/VerticalCurvedList"/>
    <dgm:cxn modelId="{43506ECA-1E70-4786-B743-4496C5BA2DDA}" type="presParOf" srcId="{763777D3-E59D-41DD-99CC-29A111C662A9}" destId="{06DD23C6-52E4-49C7-9D5D-591D97ABD74C}" srcOrd="0" destOrd="0" presId="urn:microsoft.com/office/officeart/2008/layout/VerticalCurvedList"/>
    <dgm:cxn modelId="{36880FCE-1401-454A-8FBC-32AC60AD4B8E}" type="presParOf" srcId="{B580C4F4-F768-4E70-A7B6-1960823C1763}" destId="{7E0F3E9A-2807-4B60-B810-AE93B562D648}" srcOrd="13" destOrd="0" presId="urn:microsoft.com/office/officeart/2008/layout/VerticalCurvedList"/>
    <dgm:cxn modelId="{A71CC3D8-B79E-49E9-A12B-D5241F4850B4}" type="presParOf" srcId="{B580C4F4-F768-4E70-A7B6-1960823C1763}" destId="{AF2DB597-70A4-40AD-A3D4-D9BB01A779ED}" srcOrd="14" destOrd="0" presId="urn:microsoft.com/office/officeart/2008/layout/VerticalCurvedList"/>
    <dgm:cxn modelId="{35DC8BB9-47D1-4DEA-8C89-0D436BE5C126}" type="presParOf" srcId="{AF2DB597-70A4-40AD-A3D4-D9BB01A779ED}" destId="{A3BBA9E7-EF88-45BB-A8A7-F30A5E02AB5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E2694E-C460-4E78-B2BB-5D40D6279ED6}" type="doc">
      <dgm:prSet loTypeId="urn:microsoft.com/office/officeart/2005/8/layout/h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mc:AlternateContent xmlns:mc="http://schemas.openxmlformats.org/markup-compatibility/2006">
      <mc:Choice xmlns:a14="http://schemas.microsoft.com/office/drawing/2010/main" Requires="a14">
        <dgm:pt modelId="{0252B2E4-E878-44B8-AB97-4304AF6C0644}">
          <dgm:prSet phldrT="[Text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right"/>
                  </m:oMathParaPr>
                  <m:oMath xmlns:m="http://schemas.openxmlformats.org/officeDocument/2006/math">
                    <m:sSub>
                      <m:sSubPr>
                        <m:ctrlPr>
                          <a:rPr lang="en-IN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𝐂𝐎</m:t>
                        </m:r>
                      </m:e>
                      <m:sub>
                        <m:r>
                          <a:rPr lang="en-IN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m:oMathPara>
              </a14:m>
              <a:endParaRPr lang="en-IN" b="1" i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>
        <dgm:pt modelId="{0252B2E4-E878-44B8-AB97-4304AF6C0644}">
          <dgm:prSet phldrT="[Text]"/>
          <dgm:spPr/>
          <dgm:t>
            <a:bodyPr/>
            <a:lstStyle/>
            <a:p>
              <a:pPr/>
              <a:r>
                <a:rPr lang="en-IN" b="1" i="0">
                  <a:latin typeface="Cambria Math" panose="02040503050406030204" pitchFamily="18" charset="0"/>
                </a:rPr>
                <a:t>〖𝐂𝐎〗_𝟐</a:t>
              </a:r>
              <a:endParaRPr lang="en-IN" b="1" i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9C4D1AEA-9FB6-426D-86E7-DB95A0D6198E}" type="parTrans" cxnId="{00032113-1D58-40DA-97D9-B632E58274A0}">
      <dgm:prSet/>
      <dgm:spPr/>
      <dgm:t>
        <a:bodyPr/>
        <a:lstStyle/>
        <a:p>
          <a:endParaRPr lang="en-IN"/>
        </a:p>
      </dgm:t>
    </dgm:pt>
    <dgm:pt modelId="{980A4290-EC98-4143-9FE5-7D9EB2ADC315}" type="sibTrans" cxnId="{00032113-1D58-40DA-97D9-B632E58274A0}">
      <dgm:prSet/>
      <dgm:spPr/>
      <dgm:t>
        <a:bodyPr/>
        <a:lstStyle/>
        <a:p>
          <a:endParaRPr lang="en-IN"/>
        </a:p>
      </dgm:t>
    </dgm:pt>
    <dgm:pt modelId="{90D5811A-5662-4D12-BA5C-31F9194E712F}">
      <dgm:prSet phldrT="[Text]" custT="1"/>
      <dgm:spPr/>
      <dgm:t>
        <a:bodyPr/>
        <a:lstStyle/>
        <a:p>
          <a:r>
            <a:rPr lang="en-IN" sz="1200" dirty="0"/>
            <a:t>It is relevant for ventilation efficiency.</a:t>
          </a:r>
        </a:p>
      </dgm:t>
    </dgm:pt>
    <dgm:pt modelId="{FB412B6F-9821-406C-B22D-19EA884DED62}" type="parTrans" cxnId="{3291B912-BAEF-4CB7-9F68-D0541C23DA59}">
      <dgm:prSet/>
      <dgm:spPr/>
      <dgm:t>
        <a:bodyPr/>
        <a:lstStyle/>
        <a:p>
          <a:endParaRPr lang="en-IN"/>
        </a:p>
      </dgm:t>
    </dgm:pt>
    <dgm:pt modelId="{D6659C3B-5D37-4FBE-98F7-9EABF9CE2237}" type="sibTrans" cxnId="{3291B912-BAEF-4CB7-9F68-D0541C23DA59}">
      <dgm:prSet/>
      <dgm:spPr/>
      <dgm:t>
        <a:bodyPr/>
        <a:lstStyle/>
        <a:p>
          <a:endParaRPr lang="en-IN"/>
        </a:p>
      </dgm:t>
    </dgm:pt>
    <dgm:pt modelId="{90C3AD59-5E41-4F9A-BDF1-F0B56EB2C9AA}">
      <dgm:prSet phldrT="[Text]" phldr="0" custT="1"/>
      <dgm:spPr/>
      <dgm:t>
        <a:bodyPr/>
        <a:lstStyle/>
        <a:p>
          <a:pPr algn="r"/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VOC’s</a:t>
          </a:r>
        </a:p>
      </dgm:t>
    </dgm:pt>
    <dgm:pt modelId="{E1C80912-C186-4585-A1F4-426383DDABB3}" type="parTrans" cxnId="{5CD9D9D7-27CB-4ED3-8715-70F396B04F9C}">
      <dgm:prSet/>
      <dgm:spPr/>
      <dgm:t>
        <a:bodyPr/>
        <a:lstStyle/>
        <a:p>
          <a:endParaRPr lang="en-IN"/>
        </a:p>
      </dgm:t>
    </dgm:pt>
    <dgm:pt modelId="{84741ED4-B52C-4E28-9A3C-EA09769412DF}" type="sibTrans" cxnId="{5CD9D9D7-27CB-4ED3-8715-70F396B04F9C}">
      <dgm:prSet/>
      <dgm:spPr/>
      <dgm:t>
        <a:bodyPr/>
        <a:lstStyle/>
        <a:p>
          <a:endParaRPr lang="en-IN"/>
        </a:p>
      </dgm:t>
    </dgm:pt>
    <dgm:pt modelId="{91AC3B06-B4D7-404E-9E16-4ADB3831CAB0}">
      <dgm:prSet phldrT="[Text]" custT="1"/>
      <dgm:spPr/>
      <dgm:t>
        <a:bodyPr/>
        <a:lstStyle/>
        <a:p>
          <a:r>
            <a:rPr lang="en-IN" sz="1200" dirty="0"/>
            <a:t>It is relevant for indoor chemical pollutants.</a:t>
          </a:r>
        </a:p>
      </dgm:t>
    </dgm:pt>
    <dgm:pt modelId="{98F82075-8120-416A-99AF-6667BE3AE0A2}" type="parTrans" cxnId="{A90FAE9E-6D9B-4486-9980-AD526A686AE6}">
      <dgm:prSet/>
      <dgm:spPr/>
      <dgm:t>
        <a:bodyPr/>
        <a:lstStyle/>
        <a:p>
          <a:endParaRPr lang="en-IN"/>
        </a:p>
      </dgm:t>
    </dgm:pt>
    <dgm:pt modelId="{FD8C0D53-36B6-4932-9153-C608DE237CC7}" type="sibTrans" cxnId="{A90FAE9E-6D9B-4486-9980-AD526A686AE6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>
      <mc:Choice xmlns:a14="http://schemas.microsoft.com/office/drawing/2010/main" Requires="a14">
        <dgm:pt modelId="{AC343A46-54FF-4526-AE10-56A5E1AC5882}">
          <dgm:prSet phldrT="[Text]" phldr="0" custT="1"/>
          <dgm:spPr/>
          <dgm:t>
            <a:bodyPr/>
            <a:lstStyle/>
            <a:p>
              <a:pPr algn="r"/>
              <a14:m>
                <m:oMathPara xmlns:m="http://schemas.openxmlformats.org/officeDocument/2006/math">
                  <m:oMathParaPr>
                    <m:jc m:val="right"/>
                  </m:oMathParaPr>
                  <m:oMath xmlns:m="http://schemas.openxmlformats.org/officeDocument/2006/math">
                    <m:sSub>
                      <m:sSubPr>
                        <m:ctrlPr>
                          <a:rPr lang="en-IN" sz="12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2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𝐏𝐌</m:t>
                        </m:r>
                      </m:e>
                      <m:sub>
                        <m:r>
                          <a:rPr lang="en-IN" sz="12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IN" sz="12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IN" sz="12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</m:oMath>
                </m:oMathPara>
              </a14:m>
              <a:endParaRPr lang="en-IN" sz="1200" b="1" i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>
        <dgm:pt modelId="{AC343A46-54FF-4526-AE10-56A5E1AC5882}">
          <dgm:prSet phldrT="[Text]" phldr="0" custT="1"/>
          <dgm:spPr/>
          <dgm:t>
            <a:bodyPr/>
            <a:lstStyle/>
            <a:p>
              <a:pPr algn="r"/>
              <a:r>
                <a:rPr lang="en-IN" sz="1200" b="1" i="0">
                  <a:latin typeface="Cambria Math" panose="02040503050406030204" pitchFamily="18" charset="0"/>
                  <a:cs typeface="Times New Roman" panose="02020603050405020304" pitchFamily="18" charset="0"/>
                </a:rPr>
                <a:t>〖𝐏𝐌〗_(𝟐.𝟓)</a:t>
              </a:r>
              <a:endParaRPr lang="en-IN" sz="1200" b="1" i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55AE50C0-C44B-48E5-8A9B-B55BEFF7BA34}" type="parTrans" cxnId="{8A80C56D-6138-4128-9DDA-27C21FCF8546}">
      <dgm:prSet/>
      <dgm:spPr/>
      <dgm:t>
        <a:bodyPr/>
        <a:lstStyle/>
        <a:p>
          <a:endParaRPr lang="en-IN"/>
        </a:p>
      </dgm:t>
    </dgm:pt>
    <dgm:pt modelId="{1D69DD79-363A-48FF-B576-51F78FD7209A}" type="sibTrans" cxnId="{8A80C56D-6138-4128-9DDA-27C21FCF8546}">
      <dgm:prSet/>
      <dgm:spPr/>
      <dgm:t>
        <a:bodyPr/>
        <a:lstStyle/>
        <a:p>
          <a:endParaRPr lang="en-IN"/>
        </a:p>
      </dgm:t>
    </dgm:pt>
    <dgm:pt modelId="{902287B1-9309-437C-A961-9497EBCECB2B}">
      <dgm:prSet phldrT="[Text]" custT="1"/>
      <dgm:spPr/>
      <dgm:t>
        <a:bodyPr/>
        <a:lstStyle/>
        <a:p>
          <a:r>
            <a:rPr lang="en-IN" sz="1200" dirty="0"/>
            <a:t>It is relevant for respiratory health.</a:t>
          </a:r>
        </a:p>
      </dgm:t>
    </dgm:pt>
    <dgm:pt modelId="{7FCD4CCA-CC60-4C3B-A102-E9828812525D}" type="parTrans" cxnId="{1214A938-3A33-440F-8712-79860B075FBC}">
      <dgm:prSet/>
      <dgm:spPr/>
      <dgm:t>
        <a:bodyPr/>
        <a:lstStyle/>
        <a:p>
          <a:endParaRPr lang="en-IN"/>
        </a:p>
      </dgm:t>
    </dgm:pt>
    <dgm:pt modelId="{A8F7D874-9822-4213-9A78-BCD7D007AC9A}" type="sibTrans" cxnId="{1214A938-3A33-440F-8712-79860B075FBC}">
      <dgm:prSet/>
      <dgm:spPr/>
      <dgm:t>
        <a:bodyPr/>
        <a:lstStyle/>
        <a:p>
          <a:endParaRPr lang="en-IN"/>
        </a:p>
      </dgm:t>
    </dgm:pt>
    <dgm:pt modelId="{DAF6DCCA-F163-4424-B921-D920E5C4EBD8}">
      <dgm:prSet phldrT="[Text]" phldr="0"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</a:t>
          </a:r>
        </a:p>
      </dgm:t>
    </dgm:pt>
    <dgm:pt modelId="{2F8EBE40-71B6-47B2-82FD-B50B5FE1003D}" type="parTrans" cxnId="{A7F5339A-6A88-4B77-9D55-762261FB8AAF}">
      <dgm:prSet/>
      <dgm:spPr/>
      <dgm:t>
        <a:bodyPr/>
        <a:lstStyle/>
        <a:p>
          <a:endParaRPr lang="en-IN"/>
        </a:p>
      </dgm:t>
    </dgm:pt>
    <dgm:pt modelId="{D940EC6B-C93D-42AA-8D21-A445FDC19EAB}" type="sibTrans" cxnId="{A7F5339A-6A88-4B77-9D55-762261FB8AAF}">
      <dgm:prSet/>
      <dgm:spPr/>
      <dgm:t>
        <a:bodyPr/>
        <a:lstStyle/>
        <a:p>
          <a:endParaRPr lang="en-IN"/>
        </a:p>
      </dgm:t>
    </dgm:pt>
    <dgm:pt modelId="{2B3B740C-7AB4-465D-820D-59C37C6823B8}">
      <dgm:prSet phldrT="[Text]" phldr="0"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Temperature</a:t>
          </a:r>
        </a:p>
      </dgm:t>
    </dgm:pt>
    <dgm:pt modelId="{F4970B9D-056B-446D-BE5D-DAB695ECB305}" type="parTrans" cxnId="{399DC0F9-9EEE-41BE-AFC3-26C2B8B3F86F}">
      <dgm:prSet/>
      <dgm:spPr/>
      <dgm:t>
        <a:bodyPr/>
        <a:lstStyle/>
        <a:p>
          <a:endParaRPr lang="en-IN"/>
        </a:p>
      </dgm:t>
    </dgm:pt>
    <dgm:pt modelId="{83D355B5-F636-4ECD-9519-570208DB33D8}" type="sibTrans" cxnId="{399DC0F9-9EEE-41BE-AFC3-26C2B8B3F86F}">
      <dgm:prSet/>
      <dgm:spPr/>
      <dgm:t>
        <a:bodyPr/>
        <a:lstStyle/>
        <a:p>
          <a:endParaRPr lang="en-IN"/>
        </a:p>
      </dgm:t>
    </dgm:pt>
    <dgm:pt modelId="{C7B7820E-E19A-441C-BE68-D99035301BA3}">
      <dgm:prSet phldrT="[Text]" phldr="0"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Humidity</a:t>
          </a:r>
        </a:p>
      </dgm:t>
    </dgm:pt>
    <dgm:pt modelId="{C3D056B5-0DA5-4081-9048-70B2A96FB0D4}" type="parTrans" cxnId="{BC0DEA28-21D5-4D29-ADE7-EA62B72CB212}">
      <dgm:prSet/>
      <dgm:spPr/>
      <dgm:t>
        <a:bodyPr/>
        <a:lstStyle/>
        <a:p>
          <a:endParaRPr lang="en-IN"/>
        </a:p>
      </dgm:t>
    </dgm:pt>
    <dgm:pt modelId="{5B0C5627-0E53-4712-B14F-3DE1CA6B26E5}" type="sibTrans" cxnId="{BC0DEA28-21D5-4D29-ADE7-EA62B72CB212}">
      <dgm:prSet/>
      <dgm:spPr/>
      <dgm:t>
        <a:bodyPr/>
        <a:lstStyle/>
        <a:p>
          <a:endParaRPr lang="en-IN"/>
        </a:p>
      </dgm:t>
    </dgm:pt>
    <dgm:pt modelId="{AF0F8929-08A7-4EDC-99C9-AD46FAC736C4}">
      <dgm:prSet custT="1"/>
      <dgm:spPr/>
      <dgm:t>
        <a:bodyPr/>
        <a:lstStyle/>
        <a:p>
          <a:r>
            <a:rPr lang="en-IN" sz="1200" dirty="0"/>
            <a:t>It will be monitored as a toxicity indicator.</a:t>
          </a:r>
        </a:p>
      </dgm:t>
    </dgm:pt>
    <dgm:pt modelId="{1D7772A0-1AA2-40E2-931C-D1C1E6FE377E}" type="parTrans" cxnId="{D359BBF4-F089-418F-813E-8BAB753D78E1}">
      <dgm:prSet/>
      <dgm:spPr/>
      <dgm:t>
        <a:bodyPr/>
        <a:lstStyle/>
        <a:p>
          <a:endParaRPr lang="en-IN"/>
        </a:p>
      </dgm:t>
    </dgm:pt>
    <dgm:pt modelId="{86D831FB-ADF6-44E5-947D-A5379C104C1B}" type="sibTrans" cxnId="{D359BBF4-F089-418F-813E-8BAB753D78E1}">
      <dgm:prSet/>
      <dgm:spPr/>
      <dgm:t>
        <a:bodyPr/>
        <a:lstStyle/>
        <a:p>
          <a:endParaRPr lang="en-IN"/>
        </a:p>
      </dgm:t>
    </dgm:pt>
    <dgm:pt modelId="{08C9B1A5-97B2-4472-B2BA-B3B6F657C9CB}">
      <dgm:prSet custT="1"/>
      <dgm:spPr/>
      <dgm:t>
        <a:bodyPr/>
        <a:lstStyle/>
        <a:p>
          <a:r>
            <a:rPr lang="en-IN" sz="1200" dirty="0"/>
            <a:t>It is relevant for thermal comfort.</a:t>
          </a:r>
        </a:p>
      </dgm:t>
    </dgm:pt>
    <dgm:pt modelId="{E5E95DA3-89B2-481A-8D13-FEFF3D7108F1}" type="parTrans" cxnId="{4B5ADDD3-BD03-46AE-960A-6A121F0703B3}">
      <dgm:prSet/>
      <dgm:spPr/>
      <dgm:t>
        <a:bodyPr/>
        <a:lstStyle/>
        <a:p>
          <a:endParaRPr lang="en-IN"/>
        </a:p>
      </dgm:t>
    </dgm:pt>
    <dgm:pt modelId="{592A09F0-A939-4804-9B03-230680A57418}" type="sibTrans" cxnId="{4B5ADDD3-BD03-46AE-960A-6A121F0703B3}">
      <dgm:prSet/>
      <dgm:spPr/>
      <dgm:t>
        <a:bodyPr/>
        <a:lstStyle/>
        <a:p>
          <a:endParaRPr lang="en-IN"/>
        </a:p>
      </dgm:t>
    </dgm:pt>
    <dgm:pt modelId="{56F95D51-6E70-47AF-BC70-A245D1B2E752}">
      <dgm:prSet custT="1"/>
      <dgm:spPr/>
      <dgm:t>
        <a:bodyPr/>
        <a:lstStyle/>
        <a:p>
          <a:r>
            <a:rPr lang="en-IN" sz="1200" dirty="0"/>
            <a:t>It is relevant for comfort and microbial growth.</a:t>
          </a:r>
        </a:p>
      </dgm:t>
    </dgm:pt>
    <dgm:pt modelId="{3EACE133-A495-4E37-B248-0924FA1445E7}" type="parTrans" cxnId="{BDB6A096-1BD9-4FB6-8037-E3E0991D6CDA}">
      <dgm:prSet/>
      <dgm:spPr/>
      <dgm:t>
        <a:bodyPr/>
        <a:lstStyle/>
        <a:p>
          <a:endParaRPr lang="en-IN"/>
        </a:p>
      </dgm:t>
    </dgm:pt>
    <dgm:pt modelId="{615379E6-F246-4C53-880D-BC58D56D5589}" type="sibTrans" cxnId="{BDB6A096-1BD9-4FB6-8037-E3E0991D6CDA}">
      <dgm:prSet/>
      <dgm:spPr/>
      <dgm:t>
        <a:bodyPr/>
        <a:lstStyle/>
        <a:p>
          <a:endParaRPr lang="en-IN"/>
        </a:p>
      </dgm:t>
    </dgm:pt>
    <dgm:pt modelId="{DED52927-C625-46CB-BE66-4A9FC2ED5507}">
      <dgm:prSet phldrT="[Text]" custT="1"/>
      <dgm:spPr/>
      <dgm:t>
        <a:bodyPr/>
        <a:lstStyle/>
        <a:p>
          <a:r>
            <a:rPr lang="en-IN" sz="1200" dirty="0"/>
            <a:t>Levels consistently above this suggest poor ventilation and require fresh air adjustments.</a:t>
          </a:r>
        </a:p>
      </dgm:t>
    </dgm:pt>
    <dgm:pt modelId="{C04C70D9-310E-4C3B-B35B-35C723BE5390}" type="parTrans" cxnId="{458BBC29-5BE0-4AD2-908A-829B1CF24F14}">
      <dgm:prSet/>
      <dgm:spPr/>
      <dgm:t>
        <a:bodyPr/>
        <a:lstStyle/>
        <a:p>
          <a:endParaRPr lang="en-IN"/>
        </a:p>
      </dgm:t>
    </dgm:pt>
    <dgm:pt modelId="{10FD2746-015F-4E21-87FE-58A86E655B43}" type="sibTrans" cxnId="{458BBC29-5BE0-4AD2-908A-829B1CF24F14}">
      <dgm:prSet/>
      <dgm:spPr/>
      <dgm:t>
        <a:bodyPr/>
        <a:lstStyle/>
        <a:p>
          <a:endParaRPr lang="en-IN"/>
        </a:p>
      </dgm:t>
    </dgm:pt>
    <dgm:pt modelId="{B4FB17E3-7EC1-4894-8F97-3026E39E904A}">
      <dgm:prSet phldrT="[Text]" custT="1"/>
      <dgm:spPr/>
      <dgm:t>
        <a:bodyPr/>
        <a:lstStyle/>
        <a:p>
          <a:r>
            <a:rPr lang="en-IN" sz="1200" dirty="0"/>
            <a:t>&lt;1000 ppm.</a:t>
          </a:r>
        </a:p>
      </dgm:t>
    </dgm:pt>
    <dgm:pt modelId="{049C9F31-21DD-482D-B343-6E931DDF31D6}" type="parTrans" cxnId="{0840B23A-568C-4BD6-B622-3F184ADE5E42}">
      <dgm:prSet/>
      <dgm:spPr/>
      <dgm:t>
        <a:bodyPr/>
        <a:lstStyle/>
        <a:p>
          <a:endParaRPr lang="en-IN"/>
        </a:p>
      </dgm:t>
    </dgm:pt>
    <dgm:pt modelId="{2B79FC86-9F86-4D19-BC81-1DF64C9C2356}" type="sibTrans" cxnId="{0840B23A-568C-4BD6-B622-3F184ADE5E42}">
      <dgm:prSet/>
      <dgm:spPr/>
      <dgm:t>
        <a:bodyPr/>
        <a:lstStyle/>
        <a:p>
          <a:endParaRPr lang="en-IN"/>
        </a:p>
      </dgm:t>
    </dgm:pt>
    <dgm:pt modelId="{04C10122-DABC-4A96-89BF-9E0FEF53FDC1}">
      <dgm:prSet phldrT="[Text]" custT="1"/>
      <dgm:spPr/>
      <dgm:t>
        <a:bodyPr/>
        <a:lstStyle/>
        <a:p>
          <a:r>
            <a:rPr lang="en-IN" sz="1200" i="1" dirty="0"/>
            <a:t>**ASHRAE Ventilation Standard.</a:t>
          </a:r>
        </a:p>
      </dgm:t>
    </dgm:pt>
    <dgm:pt modelId="{FF949846-B874-43AF-B047-95038FBBA167}" type="parTrans" cxnId="{B820DB88-9746-4B7F-811C-ED750E336663}">
      <dgm:prSet/>
      <dgm:spPr/>
      <dgm:t>
        <a:bodyPr/>
        <a:lstStyle/>
        <a:p>
          <a:endParaRPr lang="en-IN"/>
        </a:p>
      </dgm:t>
    </dgm:pt>
    <dgm:pt modelId="{DEA9017A-98B9-47CF-8050-C4BEBF26C12D}" type="sibTrans" cxnId="{B820DB88-9746-4B7F-811C-ED750E336663}">
      <dgm:prSet/>
      <dgm:spPr/>
      <dgm:t>
        <a:bodyPr/>
        <a:lstStyle/>
        <a:p>
          <a:endParaRPr lang="en-IN"/>
        </a:p>
      </dgm:t>
    </dgm:pt>
    <dgm:pt modelId="{0FF0A3BE-4807-4320-A6E1-B6CC64A19E65}">
      <dgm:prSet custT="1"/>
      <dgm:spPr/>
      <dgm:t>
        <a:bodyPr/>
        <a:lstStyle/>
        <a:p>
          <a:r>
            <a:rPr lang="en-IN" sz="1200" dirty="0"/>
            <a:t>&lt;300 ppb.</a:t>
          </a:r>
        </a:p>
      </dgm:t>
    </dgm:pt>
    <dgm:pt modelId="{422E7D29-C702-4416-8764-C4362A9C5D3E}" type="parTrans" cxnId="{9501BF2E-9549-47DB-AE7E-A256E5D4B095}">
      <dgm:prSet/>
      <dgm:spPr/>
      <dgm:t>
        <a:bodyPr/>
        <a:lstStyle/>
        <a:p>
          <a:endParaRPr lang="en-IN"/>
        </a:p>
      </dgm:t>
    </dgm:pt>
    <dgm:pt modelId="{FE5EBCB5-ECEE-43B5-A105-7D3DF83F347E}" type="sibTrans" cxnId="{9501BF2E-9549-47DB-AE7E-A256E5D4B095}">
      <dgm:prSet/>
      <dgm:spPr/>
      <dgm:t>
        <a:bodyPr/>
        <a:lstStyle/>
        <a:p>
          <a:endParaRPr lang="en-IN"/>
        </a:p>
      </dgm:t>
    </dgm:pt>
    <dgm:pt modelId="{9E53F7EF-0732-4527-B9C5-91F062BDB3C2}">
      <dgm:prSet custT="1"/>
      <dgm:spPr/>
      <dgm:t>
        <a:bodyPr/>
        <a:lstStyle/>
        <a:p>
          <a:r>
            <a:rPr lang="en-IN" sz="1200" i="1" dirty="0"/>
            <a:t>**WHO AQI Guidelines.</a:t>
          </a:r>
        </a:p>
      </dgm:t>
    </dgm:pt>
    <dgm:pt modelId="{64E18335-08C9-45B0-94D4-344E2494A10F}" type="parTrans" cxnId="{80352F60-DB67-40DD-A4D6-77D03A97B9F3}">
      <dgm:prSet/>
      <dgm:spPr/>
      <dgm:t>
        <a:bodyPr/>
        <a:lstStyle/>
        <a:p>
          <a:endParaRPr lang="en-IN"/>
        </a:p>
      </dgm:t>
    </dgm:pt>
    <dgm:pt modelId="{96E95EA5-0FFA-418E-ACC0-3DCAFADB61BC}" type="sibTrans" cxnId="{80352F60-DB67-40DD-A4D6-77D03A97B9F3}">
      <dgm:prSet/>
      <dgm:spPr/>
      <dgm:t>
        <a:bodyPr/>
        <a:lstStyle/>
        <a:p>
          <a:endParaRPr lang="en-IN"/>
        </a:p>
      </dgm:t>
    </dgm:pt>
    <dgm:pt modelId="{DE2259BC-FD86-4DBD-90E4-5F0B57ECF6CF}">
      <dgm:prSet custT="1"/>
      <dgm:spPr/>
      <dgm:t>
        <a:bodyPr/>
        <a:lstStyle/>
        <a:p>
          <a:r>
            <a:rPr lang="en-IN" sz="1200" dirty="0"/>
            <a:t>&lt;</a:t>
          </a:r>
          <a:r>
            <a:rPr lang="en-US" sz="1200" dirty="0"/>
            <a:t>40 µg/m³ (24-hour average)</a:t>
          </a:r>
          <a:r>
            <a:rPr lang="en-IN" sz="1200" dirty="0"/>
            <a:t>.</a:t>
          </a:r>
        </a:p>
      </dgm:t>
    </dgm:pt>
    <dgm:pt modelId="{708ADD6F-B526-422F-BD44-26F1B1A6CB6B}" type="parTrans" cxnId="{3CC1BC17-DD66-48C0-AB96-B21378C668D9}">
      <dgm:prSet/>
      <dgm:spPr/>
      <dgm:t>
        <a:bodyPr/>
        <a:lstStyle/>
        <a:p>
          <a:endParaRPr lang="en-IN"/>
        </a:p>
      </dgm:t>
    </dgm:pt>
    <dgm:pt modelId="{6C57B492-AB5F-4ABA-889B-4F1E0EB88446}" type="sibTrans" cxnId="{3CC1BC17-DD66-48C0-AB96-B21378C668D9}">
      <dgm:prSet/>
      <dgm:spPr/>
      <dgm:t>
        <a:bodyPr/>
        <a:lstStyle/>
        <a:p>
          <a:endParaRPr lang="en-IN"/>
        </a:p>
      </dgm:t>
    </dgm:pt>
    <dgm:pt modelId="{9A0CB166-1370-4BBA-92CD-AAFFF1360864}">
      <dgm:prSet custT="1"/>
      <dgm:spPr/>
      <dgm:t>
        <a:bodyPr/>
        <a:lstStyle/>
        <a:p>
          <a:r>
            <a:rPr lang="en-IN" sz="1200" i="1" dirty="0"/>
            <a:t>**CPCB NAAQS.</a:t>
          </a:r>
        </a:p>
      </dgm:t>
    </dgm:pt>
    <dgm:pt modelId="{732F0D34-CD83-4CBE-ACA3-6982A55795DB}" type="parTrans" cxnId="{17F93889-7C7F-4970-B1AA-F658A2A39250}">
      <dgm:prSet/>
      <dgm:spPr/>
      <dgm:t>
        <a:bodyPr/>
        <a:lstStyle/>
        <a:p>
          <a:endParaRPr lang="en-IN"/>
        </a:p>
      </dgm:t>
    </dgm:pt>
    <dgm:pt modelId="{5EAC951E-E8F6-4A55-A39B-72BDFAB916B6}" type="sibTrans" cxnId="{17F93889-7C7F-4970-B1AA-F658A2A39250}">
      <dgm:prSet/>
      <dgm:spPr/>
      <dgm:t>
        <a:bodyPr/>
        <a:lstStyle/>
        <a:p>
          <a:endParaRPr lang="en-IN"/>
        </a:p>
      </dgm:t>
    </dgm:pt>
    <dgm:pt modelId="{93F4D7EF-3F22-42AC-B77C-E6F1B73780CC}">
      <dgm:prSet custT="1"/>
      <dgm:spPr/>
      <dgm:t>
        <a:bodyPr/>
        <a:lstStyle/>
        <a:p>
          <a:r>
            <a:rPr lang="en-IN" sz="1200" dirty="0"/>
            <a:t>&lt;</a:t>
          </a:r>
          <a:r>
            <a:rPr lang="en-US" sz="1200" dirty="0"/>
            <a:t>2.0 mg/m³ (8-hour average)</a:t>
          </a:r>
          <a:r>
            <a:rPr lang="en-IN" sz="1200" dirty="0"/>
            <a:t>.</a:t>
          </a:r>
        </a:p>
      </dgm:t>
    </dgm:pt>
    <dgm:pt modelId="{BE4E07ED-9565-498A-BBC8-E4BD7DCBEB3A}" type="parTrans" cxnId="{B5699E8B-B155-48E9-8B57-C37D217B5E85}">
      <dgm:prSet/>
      <dgm:spPr/>
      <dgm:t>
        <a:bodyPr/>
        <a:lstStyle/>
        <a:p>
          <a:endParaRPr lang="en-IN"/>
        </a:p>
      </dgm:t>
    </dgm:pt>
    <dgm:pt modelId="{0CEDB150-A250-4473-893E-84ED7B205553}" type="sibTrans" cxnId="{B5699E8B-B155-48E9-8B57-C37D217B5E85}">
      <dgm:prSet/>
      <dgm:spPr/>
      <dgm:t>
        <a:bodyPr/>
        <a:lstStyle/>
        <a:p>
          <a:endParaRPr lang="en-IN"/>
        </a:p>
      </dgm:t>
    </dgm:pt>
    <dgm:pt modelId="{ADCDFFC7-5D4F-4071-9D68-80730E285859}">
      <dgm:prSet custT="1"/>
      <dgm:spPr/>
      <dgm:t>
        <a:bodyPr/>
        <a:lstStyle/>
        <a:p>
          <a:r>
            <a:rPr lang="en-IN" sz="1200" i="1" dirty="0"/>
            <a:t>**CPCB NAAQS.</a:t>
          </a:r>
        </a:p>
      </dgm:t>
    </dgm:pt>
    <dgm:pt modelId="{E1958800-BF2F-4C79-8A42-CBC2F053C075}" type="parTrans" cxnId="{FB7C8EC6-3D8C-4136-8575-914AB271609D}">
      <dgm:prSet/>
      <dgm:spPr/>
      <dgm:t>
        <a:bodyPr/>
        <a:lstStyle/>
        <a:p>
          <a:endParaRPr lang="en-IN"/>
        </a:p>
      </dgm:t>
    </dgm:pt>
    <dgm:pt modelId="{EBA9545A-26C8-4708-880B-8F62C96ECB94}" type="sibTrans" cxnId="{FB7C8EC6-3D8C-4136-8575-914AB271609D}">
      <dgm:prSet/>
      <dgm:spPr/>
      <dgm:t>
        <a:bodyPr/>
        <a:lstStyle/>
        <a:p>
          <a:endParaRPr lang="en-IN"/>
        </a:p>
      </dgm:t>
    </dgm:pt>
    <dgm:pt modelId="{FB7DCB8C-E65E-4BF4-8918-E00AFE0F41B4}">
      <dgm:prSet custT="1"/>
      <dgm:spPr/>
      <dgm:t>
        <a:bodyPr/>
        <a:lstStyle/>
        <a:p>
          <a:r>
            <a:rPr lang="en-IN" sz="1200" dirty="0"/>
            <a:t>20.0°C to 23.6°C in winter.</a:t>
          </a:r>
        </a:p>
      </dgm:t>
    </dgm:pt>
    <dgm:pt modelId="{E7089DCC-F0CC-4C0E-B17A-332D52DE385C}" type="parTrans" cxnId="{96750188-0389-458F-B936-0EF98C0307AF}">
      <dgm:prSet/>
      <dgm:spPr/>
      <dgm:t>
        <a:bodyPr/>
        <a:lstStyle/>
        <a:p>
          <a:endParaRPr lang="en-IN"/>
        </a:p>
      </dgm:t>
    </dgm:pt>
    <dgm:pt modelId="{748D8B4A-EF73-48A6-8968-DF47A18A25E6}" type="sibTrans" cxnId="{96750188-0389-458F-B936-0EF98C0307AF}">
      <dgm:prSet/>
      <dgm:spPr/>
      <dgm:t>
        <a:bodyPr/>
        <a:lstStyle/>
        <a:p>
          <a:endParaRPr lang="en-IN"/>
        </a:p>
      </dgm:t>
    </dgm:pt>
    <dgm:pt modelId="{448346F4-D8F9-41B6-AD9A-9D2279143733}">
      <dgm:prSet custT="1"/>
      <dgm:spPr/>
      <dgm:t>
        <a:bodyPr/>
        <a:lstStyle/>
        <a:p>
          <a:r>
            <a:rPr lang="en-IN" sz="1200" i="1" dirty="0"/>
            <a:t>**ASHRAE Thermal Comfort.</a:t>
          </a:r>
          <a:endParaRPr lang="en-IN" sz="1200" dirty="0"/>
        </a:p>
      </dgm:t>
    </dgm:pt>
    <dgm:pt modelId="{1804F26A-0849-42DB-A31E-17B2943D5173}" type="parTrans" cxnId="{BF00E19C-7F9C-4DBF-B633-50DA19A8B0E0}">
      <dgm:prSet/>
      <dgm:spPr/>
      <dgm:t>
        <a:bodyPr/>
        <a:lstStyle/>
        <a:p>
          <a:endParaRPr lang="en-IN"/>
        </a:p>
      </dgm:t>
    </dgm:pt>
    <dgm:pt modelId="{7110A203-5D4E-41A7-B795-7AA963034E37}" type="sibTrans" cxnId="{BF00E19C-7F9C-4DBF-B633-50DA19A8B0E0}">
      <dgm:prSet/>
      <dgm:spPr/>
      <dgm:t>
        <a:bodyPr/>
        <a:lstStyle/>
        <a:p>
          <a:endParaRPr lang="en-IN"/>
        </a:p>
      </dgm:t>
    </dgm:pt>
    <dgm:pt modelId="{1B17BAC1-1501-4F56-BD5B-9D06D037BDE2}">
      <dgm:prSet custT="1"/>
      <dgm:spPr/>
      <dgm:t>
        <a:bodyPr/>
        <a:lstStyle/>
        <a:p>
          <a:r>
            <a:rPr lang="en-IN" sz="1200" dirty="0"/>
            <a:t>22.8°C to 26.1°C in summer.</a:t>
          </a:r>
        </a:p>
      </dgm:t>
    </dgm:pt>
    <dgm:pt modelId="{1C27BCBD-AADE-4E27-A213-C0D5E0B2A069}" type="parTrans" cxnId="{E38DF376-389A-42F3-A3B1-849A54D9F671}">
      <dgm:prSet/>
      <dgm:spPr/>
      <dgm:t>
        <a:bodyPr/>
        <a:lstStyle/>
        <a:p>
          <a:endParaRPr lang="en-IN"/>
        </a:p>
      </dgm:t>
    </dgm:pt>
    <dgm:pt modelId="{F9D4BE13-C062-4E7E-956E-7812192CF2BB}" type="sibTrans" cxnId="{E38DF376-389A-42F3-A3B1-849A54D9F671}">
      <dgm:prSet/>
      <dgm:spPr/>
      <dgm:t>
        <a:bodyPr/>
        <a:lstStyle/>
        <a:p>
          <a:endParaRPr lang="en-IN"/>
        </a:p>
      </dgm:t>
    </dgm:pt>
    <dgm:pt modelId="{58CA90E8-BE8F-4B2D-9EE2-BAB06171AE50}">
      <dgm:prSet custT="1"/>
      <dgm:spPr/>
      <dgm:t>
        <a:bodyPr/>
        <a:lstStyle/>
        <a:p>
          <a:r>
            <a:rPr lang="en-IN" sz="1200" dirty="0"/>
            <a:t>30% to 65%.</a:t>
          </a:r>
        </a:p>
      </dgm:t>
    </dgm:pt>
    <dgm:pt modelId="{E1078C96-1D19-4D59-B829-04B858B08924}" type="parTrans" cxnId="{B358F137-83C6-422B-95B4-23724D970C9C}">
      <dgm:prSet/>
      <dgm:spPr/>
      <dgm:t>
        <a:bodyPr/>
        <a:lstStyle/>
        <a:p>
          <a:endParaRPr lang="en-IN"/>
        </a:p>
      </dgm:t>
    </dgm:pt>
    <dgm:pt modelId="{7D6AA14E-8359-40CA-8869-760B0B061A1B}" type="sibTrans" cxnId="{B358F137-83C6-422B-95B4-23724D970C9C}">
      <dgm:prSet/>
      <dgm:spPr/>
      <dgm:t>
        <a:bodyPr/>
        <a:lstStyle/>
        <a:p>
          <a:endParaRPr lang="en-IN"/>
        </a:p>
      </dgm:t>
    </dgm:pt>
    <dgm:pt modelId="{B1574EE9-944F-4E20-8D15-FBA3B9ECDA74}">
      <dgm:prSet custT="1"/>
      <dgm:spPr/>
      <dgm:t>
        <a:bodyPr/>
        <a:lstStyle/>
        <a:p>
          <a:r>
            <a:rPr lang="en-IN" sz="1200" i="1" dirty="0"/>
            <a:t>**ASHRAE &amp; WHO Comfort Range.</a:t>
          </a:r>
        </a:p>
      </dgm:t>
    </dgm:pt>
    <dgm:pt modelId="{D7FF0FCB-0158-4180-8347-20F530F75850}" type="parTrans" cxnId="{198A2E6B-E008-43CF-BB8F-28861DB9AB50}">
      <dgm:prSet/>
      <dgm:spPr/>
      <dgm:t>
        <a:bodyPr/>
        <a:lstStyle/>
        <a:p>
          <a:endParaRPr lang="en-IN"/>
        </a:p>
      </dgm:t>
    </dgm:pt>
    <dgm:pt modelId="{56C0F29F-36B6-4B9B-A996-0CE6D6ACCB24}" type="sibTrans" cxnId="{198A2E6B-E008-43CF-BB8F-28861DB9AB50}">
      <dgm:prSet/>
      <dgm:spPr/>
      <dgm:t>
        <a:bodyPr/>
        <a:lstStyle/>
        <a:p>
          <a:endParaRPr lang="en-IN"/>
        </a:p>
      </dgm:t>
    </dgm:pt>
    <dgm:pt modelId="{8D392C07-1623-4E9A-B97B-4A99E95F7FAA}" type="pres">
      <dgm:prSet presAssocID="{E9E2694E-C460-4E78-B2BB-5D40D6279ED6}" presName="linearFlow" presStyleCnt="0">
        <dgm:presLayoutVars>
          <dgm:dir/>
          <dgm:animLvl val="lvl"/>
          <dgm:resizeHandles/>
        </dgm:presLayoutVars>
      </dgm:prSet>
      <dgm:spPr/>
    </dgm:pt>
    <dgm:pt modelId="{90D15CD6-56FA-4180-A539-F9C9AB3D3915}" type="pres">
      <dgm:prSet presAssocID="{0252B2E4-E878-44B8-AB97-4304AF6C0644}" presName="compositeNode" presStyleCnt="0">
        <dgm:presLayoutVars>
          <dgm:bulletEnabled val="1"/>
        </dgm:presLayoutVars>
      </dgm:prSet>
      <dgm:spPr/>
    </dgm:pt>
    <dgm:pt modelId="{0FCB8158-06DA-4782-A98D-3F25C21231E4}" type="pres">
      <dgm:prSet presAssocID="{0252B2E4-E878-44B8-AB97-4304AF6C0644}" presName="image" presStyleLbl="fgImgPlace1" presStyleIdx="0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14000" r="-14000"/>
          </a:stretch>
        </a:blipFill>
      </dgm:spPr>
    </dgm:pt>
    <dgm:pt modelId="{39312A7C-434D-4631-8233-14F426E92F29}" type="pres">
      <dgm:prSet presAssocID="{0252B2E4-E878-44B8-AB97-4304AF6C0644}" presName="childNode" presStyleLbl="node1" presStyleIdx="0" presStyleCnt="6">
        <dgm:presLayoutVars>
          <dgm:bulletEnabled val="1"/>
        </dgm:presLayoutVars>
      </dgm:prSet>
      <dgm:spPr/>
    </dgm:pt>
    <dgm:pt modelId="{615E3090-EE9C-44D6-8F36-9741076BF2BA}" type="pres">
      <dgm:prSet presAssocID="{0252B2E4-E878-44B8-AB97-4304AF6C0644}" presName="parentNode" presStyleLbl="revTx" presStyleIdx="0" presStyleCnt="6">
        <dgm:presLayoutVars>
          <dgm:chMax val="0"/>
          <dgm:bulletEnabled val="1"/>
        </dgm:presLayoutVars>
      </dgm:prSet>
      <dgm:spPr/>
    </dgm:pt>
    <dgm:pt modelId="{6F2B2D4D-276D-4201-9DDB-E8BAF44B0C48}" type="pres">
      <dgm:prSet presAssocID="{980A4290-EC98-4143-9FE5-7D9EB2ADC315}" presName="sibTrans" presStyleCnt="0"/>
      <dgm:spPr/>
    </dgm:pt>
    <dgm:pt modelId="{2F7E863B-2ECF-462F-9260-F8E9882E8E45}" type="pres">
      <dgm:prSet presAssocID="{90C3AD59-5E41-4F9A-BDF1-F0B56EB2C9AA}" presName="compositeNode" presStyleCnt="0">
        <dgm:presLayoutVars>
          <dgm:bulletEnabled val="1"/>
        </dgm:presLayoutVars>
      </dgm:prSet>
      <dgm:spPr/>
    </dgm:pt>
    <dgm:pt modelId="{83CFC112-DECD-4C07-9540-64D244610ECF}" type="pres">
      <dgm:prSet presAssocID="{90C3AD59-5E41-4F9A-BDF1-F0B56EB2C9AA}" presName="image" presStyleLbl="fgImgPlace1" presStyleIdx="1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4000" r="-14000"/>
          </a:stretch>
        </a:blipFill>
      </dgm:spPr>
    </dgm:pt>
    <dgm:pt modelId="{56F7F1E3-0949-4F21-82C2-A6365F23C9FD}" type="pres">
      <dgm:prSet presAssocID="{90C3AD59-5E41-4F9A-BDF1-F0B56EB2C9AA}" presName="childNode" presStyleLbl="node1" presStyleIdx="1" presStyleCnt="6">
        <dgm:presLayoutVars>
          <dgm:bulletEnabled val="1"/>
        </dgm:presLayoutVars>
      </dgm:prSet>
      <dgm:spPr/>
    </dgm:pt>
    <dgm:pt modelId="{1A538D82-873B-48D2-8C0A-A1904F7B2D59}" type="pres">
      <dgm:prSet presAssocID="{90C3AD59-5E41-4F9A-BDF1-F0B56EB2C9AA}" presName="parentNode" presStyleLbl="revTx" presStyleIdx="1" presStyleCnt="6">
        <dgm:presLayoutVars>
          <dgm:chMax val="0"/>
          <dgm:bulletEnabled val="1"/>
        </dgm:presLayoutVars>
      </dgm:prSet>
      <dgm:spPr/>
    </dgm:pt>
    <dgm:pt modelId="{6AB3B2DF-B682-4163-93EC-0831D26D85CE}" type="pres">
      <dgm:prSet presAssocID="{84741ED4-B52C-4E28-9A3C-EA09769412DF}" presName="sibTrans" presStyleCnt="0"/>
      <dgm:spPr/>
    </dgm:pt>
    <dgm:pt modelId="{2E3BE4DC-64B2-40D5-B2DA-16B3567044FB}" type="pres">
      <dgm:prSet presAssocID="{AC343A46-54FF-4526-AE10-56A5E1AC5882}" presName="compositeNode" presStyleCnt="0">
        <dgm:presLayoutVars>
          <dgm:bulletEnabled val="1"/>
        </dgm:presLayoutVars>
      </dgm:prSet>
      <dgm:spPr/>
    </dgm:pt>
    <dgm:pt modelId="{2014F7FD-8BCF-4CC8-880C-C1DA32CCAC8A}" type="pres">
      <dgm:prSet presAssocID="{AC343A46-54FF-4526-AE10-56A5E1AC5882}" presName="image" presStyleLbl="fgImgPlace1" presStyleIdx="2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14000" r="-14000"/>
          </a:stretch>
        </a:blipFill>
      </dgm:spPr>
    </dgm:pt>
    <dgm:pt modelId="{8787B1A7-0097-4606-A141-4A9134770D21}" type="pres">
      <dgm:prSet presAssocID="{AC343A46-54FF-4526-AE10-56A5E1AC5882}" presName="childNode" presStyleLbl="node1" presStyleIdx="2" presStyleCnt="6">
        <dgm:presLayoutVars>
          <dgm:bulletEnabled val="1"/>
        </dgm:presLayoutVars>
      </dgm:prSet>
      <dgm:spPr/>
    </dgm:pt>
    <dgm:pt modelId="{C45D8E8D-7745-4B62-8FD6-D4DB8EF32C3D}" type="pres">
      <dgm:prSet presAssocID="{AC343A46-54FF-4526-AE10-56A5E1AC5882}" presName="parentNode" presStyleLbl="revTx" presStyleIdx="2" presStyleCnt="6">
        <dgm:presLayoutVars>
          <dgm:chMax val="0"/>
          <dgm:bulletEnabled val="1"/>
        </dgm:presLayoutVars>
      </dgm:prSet>
      <dgm:spPr/>
    </dgm:pt>
    <dgm:pt modelId="{0FCA63EE-961A-4AD6-AC54-D70742C4355F}" type="pres">
      <dgm:prSet presAssocID="{1D69DD79-363A-48FF-B576-51F78FD7209A}" presName="sibTrans" presStyleCnt="0"/>
      <dgm:spPr/>
    </dgm:pt>
    <dgm:pt modelId="{CE0D7B81-D115-4D44-8565-0D73BA00B973}" type="pres">
      <dgm:prSet presAssocID="{DAF6DCCA-F163-4424-B921-D920E5C4EBD8}" presName="compositeNode" presStyleCnt="0">
        <dgm:presLayoutVars>
          <dgm:bulletEnabled val="1"/>
        </dgm:presLayoutVars>
      </dgm:prSet>
      <dgm:spPr/>
    </dgm:pt>
    <dgm:pt modelId="{A128537A-83BB-4A23-BC2C-EA256DDBCF44}" type="pres">
      <dgm:prSet presAssocID="{DAF6DCCA-F163-4424-B921-D920E5C4EBD8}" presName="image" presStyleLbl="fgImgPlace1" presStyleIdx="3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14000" r="-14000"/>
          </a:stretch>
        </a:blipFill>
      </dgm:spPr>
    </dgm:pt>
    <dgm:pt modelId="{A442D22B-3DC0-4B0B-A30C-3471AC687432}" type="pres">
      <dgm:prSet presAssocID="{DAF6DCCA-F163-4424-B921-D920E5C4EBD8}" presName="childNode" presStyleLbl="node1" presStyleIdx="3" presStyleCnt="6">
        <dgm:presLayoutVars>
          <dgm:bulletEnabled val="1"/>
        </dgm:presLayoutVars>
      </dgm:prSet>
      <dgm:spPr/>
    </dgm:pt>
    <dgm:pt modelId="{ADA31740-9D61-4F86-B505-88F1ED33532E}" type="pres">
      <dgm:prSet presAssocID="{DAF6DCCA-F163-4424-B921-D920E5C4EBD8}" presName="parentNode" presStyleLbl="revTx" presStyleIdx="3" presStyleCnt="6">
        <dgm:presLayoutVars>
          <dgm:chMax val="0"/>
          <dgm:bulletEnabled val="1"/>
        </dgm:presLayoutVars>
      </dgm:prSet>
      <dgm:spPr/>
    </dgm:pt>
    <dgm:pt modelId="{DEF62BC3-A42E-4DDC-9B12-5A26C2A5CDDE}" type="pres">
      <dgm:prSet presAssocID="{D940EC6B-C93D-42AA-8D21-A445FDC19EAB}" presName="sibTrans" presStyleCnt="0"/>
      <dgm:spPr/>
    </dgm:pt>
    <dgm:pt modelId="{B5BA1005-20FD-4C0B-A294-40FE0B49E356}" type="pres">
      <dgm:prSet presAssocID="{2B3B740C-7AB4-465D-820D-59C37C6823B8}" presName="compositeNode" presStyleCnt="0">
        <dgm:presLayoutVars>
          <dgm:bulletEnabled val="1"/>
        </dgm:presLayoutVars>
      </dgm:prSet>
      <dgm:spPr/>
    </dgm:pt>
    <dgm:pt modelId="{1865DD31-9F52-426E-8166-F4E3CECAF645}" type="pres">
      <dgm:prSet presAssocID="{2B3B740C-7AB4-465D-820D-59C37C6823B8}" presName="image" presStyleLbl="fgImgPlace1" presStyleIdx="4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l="-14000" r="-14000"/>
          </a:stretch>
        </a:blipFill>
      </dgm:spPr>
    </dgm:pt>
    <dgm:pt modelId="{97467954-ED61-4349-A1AA-FCAF57F85157}" type="pres">
      <dgm:prSet presAssocID="{2B3B740C-7AB4-465D-820D-59C37C6823B8}" presName="childNode" presStyleLbl="node1" presStyleIdx="4" presStyleCnt="6">
        <dgm:presLayoutVars>
          <dgm:bulletEnabled val="1"/>
        </dgm:presLayoutVars>
      </dgm:prSet>
      <dgm:spPr/>
    </dgm:pt>
    <dgm:pt modelId="{15C73F70-919B-4675-A7F2-0BFF2C572780}" type="pres">
      <dgm:prSet presAssocID="{2B3B740C-7AB4-465D-820D-59C37C6823B8}" presName="parentNode" presStyleLbl="revTx" presStyleIdx="4" presStyleCnt="6">
        <dgm:presLayoutVars>
          <dgm:chMax val="0"/>
          <dgm:bulletEnabled val="1"/>
        </dgm:presLayoutVars>
      </dgm:prSet>
      <dgm:spPr/>
    </dgm:pt>
    <dgm:pt modelId="{A0B8D988-95BF-4F87-8ADE-55AB47B6B904}" type="pres">
      <dgm:prSet presAssocID="{83D355B5-F636-4ECD-9519-570208DB33D8}" presName="sibTrans" presStyleCnt="0"/>
      <dgm:spPr/>
    </dgm:pt>
    <dgm:pt modelId="{D120A8E3-1EE3-4467-9740-865A1F96AD5D}" type="pres">
      <dgm:prSet presAssocID="{C7B7820E-E19A-441C-BE68-D99035301BA3}" presName="compositeNode" presStyleCnt="0">
        <dgm:presLayoutVars>
          <dgm:bulletEnabled val="1"/>
        </dgm:presLayoutVars>
      </dgm:prSet>
      <dgm:spPr/>
    </dgm:pt>
    <dgm:pt modelId="{ABC27B91-BD42-4130-96CF-55B78F010979}" type="pres">
      <dgm:prSet presAssocID="{C7B7820E-E19A-441C-BE68-D99035301BA3}" presName="image" presStyleLbl="fgImgPlace1" presStyleIdx="5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14000" r="-14000"/>
          </a:stretch>
        </a:blipFill>
      </dgm:spPr>
    </dgm:pt>
    <dgm:pt modelId="{E1CE943C-3FD9-4D64-8A61-16717EAC4940}" type="pres">
      <dgm:prSet presAssocID="{C7B7820E-E19A-441C-BE68-D99035301BA3}" presName="childNode" presStyleLbl="node1" presStyleIdx="5" presStyleCnt="6">
        <dgm:presLayoutVars>
          <dgm:bulletEnabled val="1"/>
        </dgm:presLayoutVars>
      </dgm:prSet>
      <dgm:spPr/>
    </dgm:pt>
    <dgm:pt modelId="{8F837EEC-E2A6-41B6-9C7D-14EA9CCA694B}" type="pres">
      <dgm:prSet presAssocID="{C7B7820E-E19A-441C-BE68-D99035301BA3}" presName="parentNode" presStyleLbl="revTx" presStyleIdx="5" presStyleCnt="6">
        <dgm:presLayoutVars>
          <dgm:chMax val="0"/>
          <dgm:bulletEnabled val="1"/>
        </dgm:presLayoutVars>
      </dgm:prSet>
      <dgm:spPr/>
    </dgm:pt>
  </dgm:ptLst>
  <dgm:cxnLst>
    <dgm:cxn modelId="{3291B912-BAEF-4CB7-9F68-D0541C23DA59}" srcId="{0252B2E4-E878-44B8-AB97-4304AF6C0644}" destId="{90D5811A-5662-4D12-BA5C-31F9194E712F}" srcOrd="0" destOrd="0" parTransId="{FB412B6F-9821-406C-B22D-19EA884DED62}" sibTransId="{D6659C3B-5D37-4FBE-98F7-9EABF9CE2237}"/>
    <dgm:cxn modelId="{00032113-1D58-40DA-97D9-B632E58274A0}" srcId="{E9E2694E-C460-4E78-B2BB-5D40D6279ED6}" destId="{0252B2E4-E878-44B8-AB97-4304AF6C0644}" srcOrd="0" destOrd="0" parTransId="{9C4D1AEA-9FB6-426D-86E7-DB95A0D6198E}" sibTransId="{980A4290-EC98-4143-9FE5-7D9EB2ADC315}"/>
    <dgm:cxn modelId="{3CC1BC17-DD66-48C0-AB96-B21378C668D9}" srcId="{AC343A46-54FF-4526-AE10-56A5E1AC5882}" destId="{DE2259BC-FD86-4DBD-90E4-5F0B57ECF6CF}" srcOrd="1" destOrd="0" parTransId="{708ADD6F-B526-422F-BD44-26F1B1A6CB6B}" sibTransId="{6C57B492-AB5F-4ABA-889B-4F1E0EB88446}"/>
    <dgm:cxn modelId="{BC5E8C1F-83F9-480A-85F3-168E0A6CF3FA}" type="presOf" srcId="{2B3B740C-7AB4-465D-820D-59C37C6823B8}" destId="{15C73F70-919B-4675-A7F2-0BFF2C572780}" srcOrd="0" destOrd="0" presId="urn:microsoft.com/office/officeart/2005/8/layout/hList2"/>
    <dgm:cxn modelId="{BC0DEA28-21D5-4D29-ADE7-EA62B72CB212}" srcId="{E9E2694E-C460-4E78-B2BB-5D40D6279ED6}" destId="{C7B7820E-E19A-441C-BE68-D99035301BA3}" srcOrd="5" destOrd="0" parTransId="{C3D056B5-0DA5-4081-9048-70B2A96FB0D4}" sibTransId="{5B0C5627-0E53-4712-B14F-3DE1CA6B26E5}"/>
    <dgm:cxn modelId="{458BBC29-5BE0-4AD2-908A-829B1CF24F14}" srcId="{0252B2E4-E878-44B8-AB97-4304AF6C0644}" destId="{DED52927-C625-46CB-BE66-4A9FC2ED5507}" srcOrd="2" destOrd="0" parTransId="{C04C70D9-310E-4C3B-B35B-35C723BE5390}" sibTransId="{10FD2746-015F-4E21-87FE-58A86E655B43}"/>
    <dgm:cxn modelId="{8AC61E2D-DBA9-4CCA-922A-275D23659B63}" type="presOf" srcId="{ADCDFFC7-5D4F-4071-9D68-80730E285859}" destId="{A442D22B-3DC0-4B0B-A30C-3471AC687432}" srcOrd="0" destOrd="2" presId="urn:microsoft.com/office/officeart/2005/8/layout/hList2"/>
    <dgm:cxn modelId="{9501BF2E-9549-47DB-AE7E-A256E5D4B095}" srcId="{90C3AD59-5E41-4F9A-BDF1-F0B56EB2C9AA}" destId="{0FF0A3BE-4807-4320-A6E1-B6CC64A19E65}" srcOrd="1" destOrd="0" parTransId="{422E7D29-C702-4416-8764-C4362A9C5D3E}" sibTransId="{FE5EBCB5-ECEE-43B5-A105-7D3DF83F347E}"/>
    <dgm:cxn modelId="{B358F137-83C6-422B-95B4-23724D970C9C}" srcId="{C7B7820E-E19A-441C-BE68-D99035301BA3}" destId="{58CA90E8-BE8F-4B2D-9EE2-BAB06171AE50}" srcOrd="1" destOrd="0" parTransId="{E1078C96-1D19-4D59-B829-04B858B08924}" sibTransId="{7D6AA14E-8359-40CA-8869-760B0B061A1B}"/>
    <dgm:cxn modelId="{266B6738-306C-4E3A-8C32-17F673A6F172}" type="presOf" srcId="{56F95D51-6E70-47AF-BC70-A245D1B2E752}" destId="{E1CE943C-3FD9-4D64-8A61-16717EAC4940}" srcOrd="0" destOrd="0" presId="urn:microsoft.com/office/officeart/2005/8/layout/hList2"/>
    <dgm:cxn modelId="{1214A938-3A33-440F-8712-79860B075FBC}" srcId="{AC343A46-54FF-4526-AE10-56A5E1AC5882}" destId="{902287B1-9309-437C-A961-9497EBCECB2B}" srcOrd="0" destOrd="0" parTransId="{7FCD4CCA-CC60-4C3B-A102-E9828812525D}" sibTransId="{A8F7D874-9822-4213-9A78-BCD7D007AC9A}"/>
    <dgm:cxn modelId="{0840B23A-568C-4BD6-B622-3F184ADE5E42}" srcId="{0252B2E4-E878-44B8-AB97-4304AF6C0644}" destId="{B4FB17E3-7EC1-4894-8F97-3026E39E904A}" srcOrd="1" destOrd="0" parTransId="{049C9F31-21DD-482D-B343-6E931DDF31D6}" sibTransId="{2B79FC86-9F86-4D19-BC81-1DF64C9C2356}"/>
    <dgm:cxn modelId="{CBC23C3C-C0FD-40E2-96AD-9792C8A86400}" type="presOf" srcId="{AC343A46-54FF-4526-AE10-56A5E1AC5882}" destId="{C45D8E8D-7745-4B62-8FD6-D4DB8EF32C3D}" srcOrd="0" destOrd="0" presId="urn:microsoft.com/office/officeart/2005/8/layout/hList2"/>
    <dgm:cxn modelId="{5D3F933D-DC78-4904-A9BC-744433FA7301}" type="presOf" srcId="{08C9B1A5-97B2-4472-B2BA-B3B6F657C9CB}" destId="{97467954-ED61-4349-A1AA-FCAF57F85157}" srcOrd="0" destOrd="0" presId="urn:microsoft.com/office/officeart/2005/8/layout/hList2"/>
    <dgm:cxn modelId="{80352F60-DB67-40DD-A4D6-77D03A97B9F3}" srcId="{90C3AD59-5E41-4F9A-BDF1-F0B56EB2C9AA}" destId="{9E53F7EF-0732-4527-B9C5-91F062BDB3C2}" srcOrd="2" destOrd="0" parTransId="{64E18335-08C9-45B0-94D4-344E2494A10F}" sibTransId="{96E95EA5-0FFA-418E-ACC0-3DCAFADB61BC}"/>
    <dgm:cxn modelId="{FC0CB361-4169-4E33-906A-903AE8DABBCC}" type="presOf" srcId="{58CA90E8-BE8F-4B2D-9EE2-BAB06171AE50}" destId="{E1CE943C-3FD9-4D64-8A61-16717EAC4940}" srcOrd="0" destOrd="1" presId="urn:microsoft.com/office/officeart/2005/8/layout/hList2"/>
    <dgm:cxn modelId="{1B277E47-F0E6-498B-BBD6-BD382DE7A30E}" type="presOf" srcId="{DAF6DCCA-F163-4424-B921-D920E5C4EBD8}" destId="{ADA31740-9D61-4F86-B505-88F1ED33532E}" srcOrd="0" destOrd="0" presId="urn:microsoft.com/office/officeart/2005/8/layout/hList2"/>
    <dgm:cxn modelId="{B15ACF49-5A1F-47B5-A36C-D4CEC8AFF404}" type="presOf" srcId="{DE2259BC-FD86-4DBD-90E4-5F0B57ECF6CF}" destId="{8787B1A7-0097-4606-A141-4A9134770D21}" srcOrd="0" destOrd="1" presId="urn:microsoft.com/office/officeart/2005/8/layout/hList2"/>
    <dgm:cxn modelId="{B30B0E6A-CEF3-4E28-A55A-0D9AEFBE21A3}" type="presOf" srcId="{902287B1-9309-437C-A961-9497EBCECB2B}" destId="{8787B1A7-0097-4606-A141-4A9134770D21}" srcOrd="0" destOrd="0" presId="urn:microsoft.com/office/officeart/2005/8/layout/hList2"/>
    <dgm:cxn modelId="{198A2E6B-E008-43CF-BB8F-28861DB9AB50}" srcId="{C7B7820E-E19A-441C-BE68-D99035301BA3}" destId="{B1574EE9-944F-4E20-8D15-FBA3B9ECDA74}" srcOrd="2" destOrd="0" parTransId="{D7FF0FCB-0158-4180-8347-20F530F75850}" sibTransId="{56C0F29F-36B6-4B9B-A996-0CE6D6ACCB24}"/>
    <dgm:cxn modelId="{2A77FA4C-8BC7-447D-97F4-CEAFC7250450}" type="presOf" srcId="{B4FB17E3-7EC1-4894-8F97-3026E39E904A}" destId="{39312A7C-434D-4631-8233-14F426E92F29}" srcOrd="0" destOrd="1" presId="urn:microsoft.com/office/officeart/2005/8/layout/hList2"/>
    <dgm:cxn modelId="{92E3C24D-7AED-496B-ACEC-8BACB06B3497}" type="presOf" srcId="{9A0CB166-1370-4BBA-92CD-AAFFF1360864}" destId="{8787B1A7-0097-4606-A141-4A9134770D21}" srcOrd="0" destOrd="2" presId="urn:microsoft.com/office/officeart/2005/8/layout/hList2"/>
    <dgm:cxn modelId="{8A80C56D-6138-4128-9DDA-27C21FCF8546}" srcId="{E9E2694E-C460-4E78-B2BB-5D40D6279ED6}" destId="{AC343A46-54FF-4526-AE10-56A5E1AC5882}" srcOrd="2" destOrd="0" parTransId="{55AE50C0-C44B-48E5-8A9B-B55BEFF7BA34}" sibTransId="{1D69DD79-363A-48FF-B576-51F78FD7209A}"/>
    <dgm:cxn modelId="{E38DF376-389A-42F3-A3B1-849A54D9F671}" srcId="{2B3B740C-7AB4-465D-820D-59C37C6823B8}" destId="{1B17BAC1-1501-4F56-BD5B-9D06D037BDE2}" srcOrd="1" destOrd="0" parTransId="{1C27BCBD-AADE-4E27-A213-C0D5E0B2A069}" sibTransId="{F9D4BE13-C062-4E7E-956E-7812192CF2BB}"/>
    <dgm:cxn modelId="{69AB157C-C989-4DFA-A3DE-3B23E43BD6A9}" type="presOf" srcId="{C7B7820E-E19A-441C-BE68-D99035301BA3}" destId="{8F837EEC-E2A6-41B6-9C7D-14EA9CCA694B}" srcOrd="0" destOrd="0" presId="urn:microsoft.com/office/officeart/2005/8/layout/hList2"/>
    <dgm:cxn modelId="{F97F147F-100D-4B14-B1FF-29C9FF304633}" type="presOf" srcId="{FB7DCB8C-E65E-4BF4-8918-E00AFE0F41B4}" destId="{97467954-ED61-4349-A1AA-FCAF57F85157}" srcOrd="0" destOrd="2" presId="urn:microsoft.com/office/officeart/2005/8/layout/hList2"/>
    <dgm:cxn modelId="{09497D7F-EA05-4644-8154-86D24E04B985}" type="presOf" srcId="{AF0F8929-08A7-4EDC-99C9-AD46FAC736C4}" destId="{A442D22B-3DC0-4B0B-A30C-3471AC687432}" srcOrd="0" destOrd="0" presId="urn:microsoft.com/office/officeart/2005/8/layout/hList2"/>
    <dgm:cxn modelId="{10418780-020B-43A4-965A-BCC43C3C637A}" type="presOf" srcId="{91AC3B06-B4D7-404E-9E16-4ADB3831CAB0}" destId="{56F7F1E3-0949-4F21-82C2-A6365F23C9FD}" srcOrd="0" destOrd="0" presId="urn:microsoft.com/office/officeart/2005/8/layout/hList2"/>
    <dgm:cxn modelId="{96750188-0389-458F-B936-0EF98C0307AF}" srcId="{2B3B740C-7AB4-465D-820D-59C37C6823B8}" destId="{FB7DCB8C-E65E-4BF4-8918-E00AFE0F41B4}" srcOrd="2" destOrd="0" parTransId="{E7089DCC-F0CC-4C0E-B17A-332D52DE385C}" sibTransId="{748D8B4A-EF73-48A6-8968-DF47A18A25E6}"/>
    <dgm:cxn modelId="{B820DB88-9746-4B7F-811C-ED750E336663}" srcId="{0252B2E4-E878-44B8-AB97-4304AF6C0644}" destId="{04C10122-DABC-4A96-89BF-9E0FEF53FDC1}" srcOrd="3" destOrd="0" parTransId="{FF949846-B874-43AF-B047-95038FBBA167}" sibTransId="{DEA9017A-98B9-47CF-8050-C4BEBF26C12D}"/>
    <dgm:cxn modelId="{17F93889-7C7F-4970-B1AA-F658A2A39250}" srcId="{AC343A46-54FF-4526-AE10-56A5E1AC5882}" destId="{9A0CB166-1370-4BBA-92CD-AAFFF1360864}" srcOrd="2" destOrd="0" parTransId="{732F0D34-CD83-4CBE-ACA3-6982A55795DB}" sibTransId="{5EAC951E-E8F6-4A55-A39B-72BDFAB916B6}"/>
    <dgm:cxn modelId="{B5699E8B-B155-48E9-8B57-C37D217B5E85}" srcId="{DAF6DCCA-F163-4424-B921-D920E5C4EBD8}" destId="{93F4D7EF-3F22-42AC-B77C-E6F1B73780CC}" srcOrd="1" destOrd="0" parTransId="{BE4E07ED-9565-498A-BBC8-E4BD7DCBEB3A}" sibTransId="{0CEDB150-A250-4473-893E-84ED7B205553}"/>
    <dgm:cxn modelId="{B86DFD8B-6AC5-45C2-8B2C-40F3701A9718}" type="presOf" srcId="{04C10122-DABC-4A96-89BF-9E0FEF53FDC1}" destId="{39312A7C-434D-4631-8233-14F426E92F29}" srcOrd="0" destOrd="3" presId="urn:microsoft.com/office/officeart/2005/8/layout/hList2"/>
    <dgm:cxn modelId="{5C9B7595-8C86-485C-9B5F-4C7AB8BFD82E}" type="presOf" srcId="{90C3AD59-5E41-4F9A-BDF1-F0B56EB2C9AA}" destId="{1A538D82-873B-48D2-8C0A-A1904F7B2D59}" srcOrd="0" destOrd="0" presId="urn:microsoft.com/office/officeart/2005/8/layout/hList2"/>
    <dgm:cxn modelId="{BDB6A096-1BD9-4FB6-8037-E3E0991D6CDA}" srcId="{C7B7820E-E19A-441C-BE68-D99035301BA3}" destId="{56F95D51-6E70-47AF-BC70-A245D1B2E752}" srcOrd="0" destOrd="0" parTransId="{3EACE133-A495-4E37-B248-0924FA1445E7}" sibTransId="{615379E6-F246-4C53-880D-BC58D56D5589}"/>
    <dgm:cxn modelId="{84A64999-9C9C-4301-82AF-30AF60B80662}" type="presOf" srcId="{0252B2E4-E878-44B8-AB97-4304AF6C0644}" destId="{615E3090-EE9C-44D6-8F36-9741076BF2BA}" srcOrd="0" destOrd="0" presId="urn:microsoft.com/office/officeart/2005/8/layout/hList2"/>
    <dgm:cxn modelId="{A7F5339A-6A88-4B77-9D55-762261FB8AAF}" srcId="{E9E2694E-C460-4E78-B2BB-5D40D6279ED6}" destId="{DAF6DCCA-F163-4424-B921-D920E5C4EBD8}" srcOrd="3" destOrd="0" parTransId="{2F8EBE40-71B6-47B2-82FD-B50B5FE1003D}" sibTransId="{D940EC6B-C93D-42AA-8D21-A445FDC19EAB}"/>
    <dgm:cxn modelId="{BF00E19C-7F9C-4DBF-B633-50DA19A8B0E0}" srcId="{2B3B740C-7AB4-465D-820D-59C37C6823B8}" destId="{448346F4-D8F9-41B6-AD9A-9D2279143733}" srcOrd="3" destOrd="0" parTransId="{1804F26A-0849-42DB-A31E-17B2943D5173}" sibTransId="{7110A203-5D4E-41A7-B795-7AA963034E37}"/>
    <dgm:cxn modelId="{A90FAE9E-6D9B-4486-9980-AD526A686AE6}" srcId="{90C3AD59-5E41-4F9A-BDF1-F0B56EB2C9AA}" destId="{91AC3B06-B4D7-404E-9E16-4ADB3831CAB0}" srcOrd="0" destOrd="0" parTransId="{98F82075-8120-416A-99AF-6667BE3AE0A2}" sibTransId="{FD8C0D53-36B6-4932-9153-C608DE237CC7}"/>
    <dgm:cxn modelId="{745F59A9-C4A0-48EE-B762-F35A3DDE5B5A}" type="presOf" srcId="{448346F4-D8F9-41B6-AD9A-9D2279143733}" destId="{97467954-ED61-4349-A1AA-FCAF57F85157}" srcOrd="0" destOrd="3" presId="urn:microsoft.com/office/officeart/2005/8/layout/hList2"/>
    <dgm:cxn modelId="{789DC9B7-9624-4982-9336-E26E8D4F7E9A}" type="presOf" srcId="{E9E2694E-C460-4E78-B2BB-5D40D6279ED6}" destId="{8D392C07-1623-4E9A-B97B-4A99E95F7FAA}" srcOrd="0" destOrd="0" presId="urn:microsoft.com/office/officeart/2005/8/layout/hList2"/>
    <dgm:cxn modelId="{91DA65C1-A5A9-4125-BA25-F724E3813669}" type="presOf" srcId="{DED52927-C625-46CB-BE66-4A9FC2ED5507}" destId="{39312A7C-434D-4631-8233-14F426E92F29}" srcOrd="0" destOrd="2" presId="urn:microsoft.com/office/officeart/2005/8/layout/hList2"/>
    <dgm:cxn modelId="{28FB83C2-04D6-411E-8364-860803704790}" type="presOf" srcId="{90D5811A-5662-4D12-BA5C-31F9194E712F}" destId="{39312A7C-434D-4631-8233-14F426E92F29}" srcOrd="0" destOrd="0" presId="urn:microsoft.com/office/officeart/2005/8/layout/hList2"/>
    <dgm:cxn modelId="{FB7C8EC6-3D8C-4136-8575-914AB271609D}" srcId="{DAF6DCCA-F163-4424-B921-D920E5C4EBD8}" destId="{ADCDFFC7-5D4F-4071-9D68-80730E285859}" srcOrd="2" destOrd="0" parTransId="{E1958800-BF2F-4C79-8A42-CBC2F053C075}" sibTransId="{EBA9545A-26C8-4708-880B-8F62C96ECB94}"/>
    <dgm:cxn modelId="{4B5ADDD3-BD03-46AE-960A-6A121F0703B3}" srcId="{2B3B740C-7AB4-465D-820D-59C37C6823B8}" destId="{08C9B1A5-97B2-4472-B2BA-B3B6F657C9CB}" srcOrd="0" destOrd="0" parTransId="{E5E95DA3-89B2-481A-8D13-FEFF3D7108F1}" sibTransId="{592A09F0-A939-4804-9B03-230680A57418}"/>
    <dgm:cxn modelId="{5CD9D9D7-27CB-4ED3-8715-70F396B04F9C}" srcId="{E9E2694E-C460-4E78-B2BB-5D40D6279ED6}" destId="{90C3AD59-5E41-4F9A-BDF1-F0B56EB2C9AA}" srcOrd="1" destOrd="0" parTransId="{E1C80912-C186-4585-A1F4-426383DDABB3}" sibTransId="{84741ED4-B52C-4E28-9A3C-EA09769412DF}"/>
    <dgm:cxn modelId="{7E4AF8DB-16B4-4633-9B18-3CD2F67A9933}" type="presOf" srcId="{93F4D7EF-3F22-42AC-B77C-E6F1B73780CC}" destId="{A442D22B-3DC0-4B0B-A30C-3471AC687432}" srcOrd="0" destOrd="1" presId="urn:microsoft.com/office/officeart/2005/8/layout/hList2"/>
    <dgm:cxn modelId="{2ACC40DC-861C-41FB-85D1-3560CA0F4E61}" type="presOf" srcId="{9E53F7EF-0732-4527-B9C5-91F062BDB3C2}" destId="{56F7F1E3-0949-4F21-82C2-A6365F23C9FD}" srcOrd="0" destOrd="2" presId="urn:microsoft.com/office/officeart/2005/8/layout/hList2"/>
    <dgm:cxn modelId="{328287E5-C3BD-42BA-862B-600C61CA94B2}" type="presOf" srcId="{B1574EE9-944F-4E20-8D15-FBA3B9ECDA74}" destId="{E1CE943C-3FD9-4D64-8A61-16717EAC4940}" srcOrd="0" destOrd="2" presId="urn:microsoft.com/office/officeart/2005/8/layout/hList2"/>
    <dgm:cxn modelId="{B5AFCCF1-091C-4A1F-8B9F-B597126BC857}" type="presOf" srcId="{1B17BAC1-1501-4F56-BD5B-9D06D037BDE2}" destId="{97467954-ED61-4349-A1AA-FCAF57F85157}" srcOrd="0" destOrd="1" presId="urn:microsoft.com/office/officeart/2005/8/layout/hList2"/>
    <dgm:cxn modelId="{F3FA8FF3-400E-4191-9B21-44B21F34FF63}" type="presOf" srcId="{0FF0A3BE-4807-4320-A6E1-B6CC64A19E65}" destId="{56F7F1E3-0949-4F21-82C2-A6365F23C9FD}" srcOrd="0" destOrd="1" presId="urn:microsoft.com/office/officeart/2005/8/layout/hList2"/>
    <dgm:cxn modelId="{D359BBF4-F089-418F-813E-8BAB753D78E1}" srcId="{DAF6DCCA-F163-4424-B921-D920E5C4EBD8}" destId="{AF0F8929-08A7-4EDC-99C9-AD46FAC736C4}" srcOrd="0" destOrd="0" parTransId="{1D7772A0-1AA2-40E2-931C-D1C1E6FE377E}" sibTransId="{86D831FB-ADF6-44E5-947D-A5379C104C1B}"/>
    <dgm:cxn modelId="{399DC0F9-9EEE-41BE-AFC3-26C2B8B3F86F}" srcId="{E9E2694E-C460-4E78-B2BB-5D40D6279ED6}" destId="{2B3B740C-7AB4-465D-820D-59C37C6823B8}" srcOrd="4" destOrd="0" parTransId="{F4970B9D-056B-446D-BE5D-DAB695ECB305}" sibTransId="{83D355B5-F636-4ECD-9519-570208DB33D8}"/>
    <dgm:cxn modelId="{8FCE63FE-E44B-4C79-BCDE-C349570C2A6B}" type="presParOf" srcId="{8D392C07-1623-4E9A-B97B-4A99E95F7FAA}" destId="{90D15CD6-56FA-4180-A539-F9C9AB3D3915}" srcOrd="0" destOrd="0" presId="urn:microsoft.com/office/officeart/2005/8/layout/hList2"/>
    <dgm:cxn modelId="{B0B762DA-7387-4252-9CF3-026EF6E165F6}" type="presParOf" srcId="{90D15CD6-56FA-4180-A539-F9C9AB3D3915}" destId="{0FCB8158-06DA-4782-A98D-3F25C21231E4}" srcOrd="0" destOrd="0" presId="urn:microsoft.com/office/officeart/2005/8/layout/hList2"/>
    <dgm:cxn modelId="{1562F63B-DD41-4C10-A74C-79BF2ACEC9E4}" type="presParOf" srcId="{90D15CD6-56FA-4180-A539-F9C9AB3D3915}" destId="{39312A7C-434D-4631-8233-14F426E92F29}" srcOrd="1" destOrd="0" presId="urn:microsoft.com/office/officeart/2005/8/layout/hList2"/>
    <dgm:cxn modelId="{07997710-5903-4A9C-83C5-EA63379EB60C}" type="presParOf" srcId="{90D15CD6-56FA-4180-A539-F9C9AB3D3915}" destId="{615E3090-EE9C-44D6-8F36-9741076BF2BA}" srcOrd="2" destOrd="0" presId="urn:microsoft.com/office/officeart/2005/8/layout/hList2"/>
    <dgm:cxn modelId="{87923FBB-18A1-416D-8C93-663933404861}" type="presParOf" srcId="{8D392C07-1623-4E9A-B97B-4A99E95F7FAA}" destId="{6F2B2D4D-276D-4201-9DDB-E8BAF44B0C48}" srcOrd="1" destOrd="0" presId="urn:microsoft.com/office/officeart/2005/8/layout/hList2"/>
    <dgm:cxn modelId="{E25BAC06-93B3-4F8E-AD92-B3E1BEA31E4C}" type="presParOf" srcId="{8D392C07-1623-4E9A-B97B-4A99E95F7FAA}" destId="{2F7E863B-2ECF-462F-9260-F8E9882E8E45}" srcOrd="2" destOrd="0" presId="urn:microsoft.com/office/officeart/2005/8/layout/hList2"/>
    <dgm:cxn modelId="{54AD872D-B8C2-4FCE-8E47-CEEC7554024E}" type="presParOf" srcId="{2F7E863B-2ECF-462F-9260-F8E9882E8E45}" destId="{83CFC112-DECD-4C07-9540-64D244610ECF}" srcOrd="0" destOrd="0" presId="urn:microsoft.com/office/officeart/2005/8/layout/hList2"/>
    <dgm:cxn modelId="{EC90F7E1-50F5-43EB-8C24-9ECAE042BB33}" type="presParOf" srcId="{2F7E863B-2ECF-462F-9260-F8E9882E8E45}" destId="{56F7F1E3-0949-4F21-82C2-A6365F23C9FD}" srcOrd="1" destOrd="0" presId="urn:microsoft.com/office/officeart/2005/8/layout/hList2"/>
    <dgm:cxn modelId="{F61C125C-3975-4262-8C1A-9608F209FF68}" type="presParOf" srcId="{2F7E863B-2ECF-462F-9260-F8E9882E8E45}" destId="{1A538D82-873B-48D2-8C0A-A1904F7B2D59}" srcOrd="2" destOrd="0" presId="urn:microsoft.com/office/officeart/2005/8/layout/hList2"/>
    <dgm:cxn modelId="{66F61DBA-56AD-46BB-B154-D1961BBE1466}" type="presParOf" srcId="{8D392C07-1623-4E9A-B97B-4A99E95F7FAA}" destId="{6AB3B2DF-B682-4163-93EC-0831D26D85CE}" srcOrd="3" destOrd="0" presId="urn:microsoft.com/office/officeart/2005/8/layout/hList2"/>
    <dgm:cxn modelId="{FCCA13DC-4F5B-42F3-A37A-A9379E093377}" type="presParOf" srcId="{8D392C07-1623-4E9A-B97B-4A99E95F7FAA}" destId="{2E3BE4DC-64B2-40D5-B2DA-16B3567044FB}" srcOrd="4" destOrd="0" presId="urn:microsoft.com/office/officeart/2005/8/layout/hList2"/>
    <dgm:cxn modelId="{DD445A39-2D5B-4E37-ADF1-FA2E7F2A4754}" type="presParOf" srcId="{2E3BE4DC-64B2-40D5-B2DA-16B3567044FB}" destId="{2014F7FD-8BCF-4CC8-880C-C1DA32CCAC8A}" srcOrd="0" destOrd="0" presId="urn:microsoft.com/office/officeart/2005/8/layout/hList2"/>
    <dgm:cxn modelId="{2D9C90F1-7996-48DD-BCB9-8B067ADC0F70}" type="presParOf" srcId="{2E3BE4DC-64B2-40D5-B2DA-16B3567044FB}" destId="{8787B1A7-0097-4606-A141-4A9134770D21}" srcOrd="1" destOrd="0" presId="urn:microsoft.com/office/officeart/2005/8/layout/hList2"/>
    <dgm:cxn modelId="{C10461FC-D7C8-44DA-ABD1-0CFF3C3FF713}" type="presParOf" srcId="{2E3BE4DC-64B2-40D5-B2DA-16B3567044FB}" destId="{C45D8E8D-7745-4B62-8FD6-D4DB8EF32C3D}" srcOrd="2" destOrd="0" presId="urn:microsoft.com/office/officeart/2005/8/layout/hList2"/>
    <dgm:cxn modelId="{1092EAAE-3920-43BB-B678-84CAC1D3BCA8}" type="presParOf" srcId="{8D392C07-1623-4E9A-B97B-4A99E95F7FAA}" destId="{0FCA63EE-961A-4AD6-AC54-D70742C4355F}" srcOrd="5" destOrd="0" presId="urn:microsoft.com/office/officeart/2005/8/layout/hList2"/>
    <dgm:cxn modelId="{518F7A2F-DDD5-4F46-8FFE-FFDCE0AF7070}" type="presParOf" srcId="{8D392C07-1623-4E9A-B97B-4A99E95F7FAA}" destId="{CE0D7B81-D115-4D44-8565-0D73BA00B973}" srcOrd="6" destOrd="0" presId="urn:microsoft.com/office/officeart/2005/8/layout/hList2"/>
    <dgm:cxn modelId="{C6F1975C-24AB-416E-85AB-09F7999D12DD}" type="presParOf" srcId="{CE0D7B81-D115-4D44-8565-0D73BA00B973}" destId="{A128537A-83BB-4A23-BC2C-EA256DDBCF44}" srcOrd="0" destOrd="0" presId="urn:microsoft.com/office/officeart/2005/8/layout/hList2"/>
    <dgm:cxn modelId="{C2101425-2E22-4F90-83BA-94E7414FC709}" type="presParOf" srcId="{CE0D7B81-D115-4D44-8565-0D73BA00B973}" destId="{A442D22B-3DC0-4B0B-A30C-3471AC687432}" srcOrd="1" destOrd="0" presId="urn:microsoft.com/office/officeart/2005/8/layout/hList2"/>
    <dgm:cxn modelId="{A71931F9-539D-4345-9A79-C6A306133DF5}" type="presParOf" srcId="{CE0D7B81-D115-4D44-8565-0D73BA00B973}" destId="{ADA31740-9D61-4F86-B505-88F1ED33532E}" srcOrd="2" destOrd="0" presId="urn:microsoft.com/office/officeart/2005/8/layout/hList2"/>
    <dgm:cxn modelId="{42A3C231-952D-4841-9370-0A2B6D075C1F}" type="presParOf" srcId="{8D392C07-1623-4E9A-B97B-4A99E95F7FAA}" destId="{DEF62BC3-A42E-4DDC-9B12-5A26C2A5CDDE}" srcOrd="7" destOrd="0" presId="urn:microsoft.com/office/officeart/2005/8/layout/hList2"/>
    <dgm:cxn modelId="{064BD0A8-E6DC-49E0-80C9-8B3DDAA4FE18}" type="presParOf" srcId="{8D392C07-1623-4E9A-B97B-4A99E95F7FAA}" destId="{B5BA1005-20FD-4C0B-A294-40FE0B49E356}" srcOrd="8" destOrd="0" presId="urn:microsoft.com/office/officeart/2005/8/layout/hList2"/>
    <dgm:cxn modelId="{62C2E1F3-546C-4140-952E-A9B193CE086F}" type="presParOf" srcId="{B5BA1005-20FD-4C0B-A294-40FE0B49E356}" destId="{1865DD31-9F52-426E-8166-F4E3CECAF645}" srcOrd="0" destOrd="0" presId="urn:microsoft.com/office/officeart/2005/8/layout/hList2"/>
    <dgm:cxn modelId="{81FC5DE3-9FA5-4D0C-AAAE-76AB15059F00}" type="presParOf" srcId="{B5BA1005-20FD-4C0B-A294-40FE0B49E356}" destId="{97467954-ED61-4349-A1AA-FCAF57F85157}" srcOrd="1" destOrd="0" presId="urn:microsoft.com/office/officeart/2005/8/layout/hList2"/>
    <dgm:cxn modelId="{1946CA27-FDE6-42B4-82E0-5A93FC0BF816}" type="presParOf" srcId="{B5BA1005-20FD-4C0B-A294-40FE0B49E356}" destId="{15C73F70-919B-4675-A7F2-0BFF2C572780}" srcOrd="2" destOrd="0" presId="urn:microsoft.com/office/officeart/2005/8/layout/hList2"/>
    <dgm:cxn modelId="{318DBAD8-E224-4CA0-B2A0-D30567EDB616}" type="presParOf" srcId="{8D392C07-1623-4E9A-B97B-4A99E95F7FAA}" destId="{A0B8D988-95BF-4F87-8ADE-55AB47B6B904}" srcOrd="9" destOrd="0" presId="urn:microsoft.com/office/officeart/2005/8/layout/hList2"/>
    <dgm:cxn modelId="{D83F8081-20E2-4BBB-A256-C51600A3B0EC}" type="presParOf" srcId="{8D392C07-1623-4E9A-B97B-4A99E95F7FAA}" destId="{D120A8E3-1EE3-4467-9740-865A1F96AD5D}" srcOrd="10" destOrd="0" presId="urn:microsoft.com/office/officeart/2005/8/layout/hList2"/>
    <dgm:cxn modelId="{0D238953-CEFE-45D5-A6A3-AB1434CB3693}" type="presParOf" srcId="{D120A8E3-1EE3-4467-9740-865A1F96AD5D}" destId="{ABC27B91-BD42-4130-96CF-55B78F010979}" srcOrd="0" destOrd="0" presId="urn:microsoft.com/office/officeart/2005/8/layout/hList2"/>
    <dgm:cxn modelId="{1A5BEE5A-2A89-4933-B141-86E91C272CA1}" type="presParOf" srcId="{D120A8E3-1EE3-4467-9740-865A1F96AD5D}" destId="{E1CE943C-3FD9-4D64-8A61-16717EAC4940}" srcOrd="1" destOrd="0" presId="urn:microsoft.com/office/officeart/2005/8/layout/hList2"/>
    <dgm:cxn modelId="{778F458A-4E83-4DD9-BACF-1DEC103E511C}" type="presParOf" srcId="{D120A8E3-1EE3-4467-9740-865A1F96AD5D}" destId="{8F837EEC-E2A6-41B6-9C7D-14EA9CCA694B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E2694E-C460-4E78-B2BB-5D40D6279ED6}" type="doc">
      <dgm:prSet loTypeId="urn:microsoft.com/office/officeart/2005/8/layout/h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0252B2E4-E878-44B8-AB97-4304AF6C0644}">
      <dgm:prSet phldrT="[Text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9C4D1AEA-9FB6-426D-86E7-DB95A0D6198E}" type="parTrans" cxnId="{00032113-1D58-40DA-97D9-B632E58274A0}">
      <dgm:prSet/>
      <dgm:spPr/>
      <dgm:t>
        <a:bodyPr/>
        <a:lstStyle/>
        <a:p>
          <a:endParaRPr lang="en-IN"/>
        </a:p>
      </dgm:t>
    </dgm:pt>
    <dgm:pt modelId="{980A4290-EC98-4143-9FE5-7D9EB2ADC315}" type="sibTrans" cxnId="{00032113-1D58-40DA-97D9-B632E58274A0}">
      <dgm:prSet/>
      <dgm:spPr/>
      <dgm:t>
        <a:bodyPr/>
        <a:lstStyle/>
        <a:p>
          <a:endParaRPr lang="en-IN"/>
        </a:p>
      </dgm:t>
    </dgm:pt>
    <dgm:pt modelId="{90D5811A-5662-4D12-BA5C-31F9194E712F}">
      <dgm:prSet phldrT="[Text]" custT="1"/>
      <dgm:spPr/>
      <dgm:t>
        <a:bodyPr/>
        <a:lstStyle/>
        <a:p>
          <a:r>
            <a:rPr lang="en-IN" sz="1200" dirty="0"/>
            <a:t>It is relevant for ventilation efficiency.</a:t>
          </a:r>
        </a:p>
      </dgm:t>
    </dgm:pt>
    <dgm:pt modelId="{FB412B6F-9821-406C-B22D-19EA884DED62}" type="parTrans" cxnId="{3291B912-BAEF-4CB7-9F68-D0541C23DA59}">
      <dgm:prSet/>
      <dgm:spPr/>
      <dgm:t>
        <a:bodyPr/>
        <a:lstStyle/>
        <a:p>
          <a:endParaRPr lang="en-IN"/>
        </a:p>
      </dgm:t>
    </dgm:pt>
    <dgm:pt modelId="{D6659C3B-5D37-4FBE-98F7-9EABF9CE2237}" type="sibTrans" cxnId="{3291B912-BAEF-4CB7-9F68-D0541C23DA59}">
      <dgm:prSet/>
      <dgm:spPr/>
      <dgm:t>
        <a:bodyPr/>
        <a:lstStyle/>
        <a:p>
          <a:endParaRPr lang="en-IN"/>
        </a:p>
      </dgm:t>
    </dgm:pt>
    <dgm:pt modelId="{90C3AD59-5E41-4F9A-BDF1-F0B56EB2C9AA}">
      <dgm:prSet phldrT="[Text]" phldr="0" custT="1"/>
      <dgm:spPr/>
      <dgm:t>
        <a:bodyPr/>
        <a:lstStyle/>
        <a:p>
          <a:pPr algn="r"/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VOC’s</a:t>
          </a:r>
        </a:p>
      </dgm:t>
    </dgm:pt>
    <dgm:pt modelId="{E1C80912-C186-4585-A1F4-426383DDABB3}" type="parTrans" cxnId="{5CD9D9D7-27CB-4ED3-8715-70F396B04F9C}">
      <dgm:prSet/>
      <dgm:spPr/>
      <dgm:t>
        <a:bodyPr/>
        <a:lstStyle/>
        <a:p>
          <a:endParaRPr lang="en-IN"/>
        </a:p>
      </dgm:t>
    </dgm:pt>
    <dgm:pt modelId="{84741ED4-B52C-4E28-9A3C-EA09769412DF}" type="sibTrans" cxnId="{5CD9D9D7-27CB-4ED3-8715-70F396B04F9C}">
      <dgm:prSet/>
      <dgm:spPr/>
      <dgm:t>
        <a:bodyPr/>
        <a:lstStyle/>
        <a:p>
          <a:endParaRPr lang="en-IN"/>
        </a:p>
      </dgm:t>
    </dgm:pt>
    <dgm:pt modelId="{91AC3B06-B4D7-404E-9E16-4ADB3831CAB0}">
      <dgm:prSet phldrT="[Text]" custT="1"/>
      <dgm:spPr/>
      <dgm:t>
        <a:bodyPr/>
        <a:lstStyle/>
        <a:p>
          <a:r>
            <a:rPr lang="en-IN" sz="1200" dirty="0"/>
            <a:t>It is relevant for indoor chemical pollutants.</a:t>
          </a:r>
        </a:p>
      </dgm:t>
    </dgm:pt>
    <dgm:pt modelId="{98F82075-8120-416A-99AF-6667BE3AE0A2}" type="parTrans" cxnId="{A90FAE9E-6D9B-4486-9980-AD526A686AE6}">
      <dgm:prSet/>
      <dgm:spPr/>
      <dgm:t>
        <a:bodyPr/>
        <a:lstStyle/>
        <a:p>
          <a:endParaRPr lang="en-IN"/>
        </a:p>
      </dgm:t>
    </dgm:pt>
    <dgm:pt modelId="{FD8C0D53-36B6-4932-9153-C608DE237CC7}" type="sibTrans" cxnId="{A90FAE9E-6D9B-4486-9980-AD526A686AE6}">
      <dgm:prSet/>
      <dgm:spPr/>
      <dgm:t>
        <a:bodyPr/>
        <a:lstStyle/>
        <a:p>
          <a:endParaRPr lang="en-IN"/>
        </a:p>
      </dgm:t>
    </dgm:pt>
    <dgm:pt modelId="{AC343A46-54FF-4526-AE10-56A5E1AC5882}">
      <dgm:prSet phldrT="[Text]" phldr="0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55AE50C0-C44B-48E5-8A9B-B55BEFF7BA34}" type="parTrans" cxnId="{8A80C56D-6138-4128-9DDA-27C21FCF8546}">
      <dgm:prSet/>
      <dgm:spPr/>
      <dgm:t>
        <a:bodyPr/>
        <a:lstStyle/>
        <a:p>
          <a:endParaRPr lang="en-IN"/>
        </a:p>
      </dgm:t>
    </dgm:pt>
    <dgm:pt modelId="{1D69DD79-363A-48FF-B576-51F78FD7209A}" type="sibTrans" cxnId="{8A80C56D-6138-4128-9DDA-27C21FCF8546}">
      <dgm:prSet/>
      <dgm:spPr/>
      <dgm:t>
        <a:bodyPr/>
        <a:lstStyle/>
        <a:p>
          <a:endParaRPr lang="en-IN"/>
        </a:p>
      </dgm:t>
    </dgm:pt>
    <dgm:pt modelId="{902287B1-9309-437C-A961-9497EBCECB2B}">
      <dgm:prSet phldrT="[Text]" custT="1"/>
      <dgm:spPr/>
      <dgm:t>
        <a:bodyPr/>
        <a:lstStyle/>
        <a:p>
          <a:r>
            <a:rPr lang="en-IN" sz="1200" dirty="0"/>
            <a:t>It is relevant for respiratory health.</a:t>
          </a:r>
        </a:p>
      </dgm:t>
    </dgm:pt>
    <dgm:pt modelId="{7FCD4CCA-CC60-4C3B-A102-E9828812525D}" type="parTrans" cxnId="{1214A938-3A33-440F-8712-79860B075FBC}">
      <dgm:prSet/>
      <dgm:spPr/>
      <dgm:t>
        <a:bodyPr/>
        <a:lstStyle/>
        <a:p>
          <a:endParaRPr lang="en-IN"/>
        </a:p>
      </dgm:t>
    </dgm:pt>
    <dgm:pt modelId="{A8F7D874-9822-4213-9A78-BCD7D007AC9A}" type="sibTrans" cxnId="{1214A938-3A33-440F-8712-79860B075FBC}">
      <dgm:prSet/>
      <dgm:spPr/>
      <dgm:t>
        <a:bodyPr/>
        <a:lstStyle/>
        <a:p>
          <a:endParaRPr lang="en-IN"/>
        </a:p>
      </dgm:t>
    </dgm:pt>
    <dgm:pt modelId="{DAF6DCCA-F163-4424-B921-D920E5C4EBD8}">
      <dgm:prSet phldrT="[Text]" phldr="0"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</a:t>
          </a:r>
        </a:p>
      </dgm:t>
    </dgm:pt>
    <dgm:pt modelId="{2F8EBE40-71B6-47B2-82FD-B50B5FE1003D}" type="parTrans" cxnId="{A7F5339A-6A88-4B77-9D55-762261FB8AAF}">
      <dgm:prSet/>
      <dgm:spPr/>
      <dgm:t>
        <a:bodyPr/>
        <a:lstStyle/>
        <a:p>
          <a:endParaRPr lang="en-IN"/>
        </a:p>
      </dgm:t>
    </dgm:pt>
    <dgm:pt modelId="{D940EC6B-C93D-42AA-8D21-A445FDC19EAB}" type="sibTrans" cxnId="{A7F5339A-6A88-4B77-9D55-762261FB8AAF}">
      <dgm:prSet/>
      <dgm:spPr/>
      <dgm:t>
        <a:bodyPr/>
        <a:lstStyle/>
        <a:p>
          <a:endParaRPr lang="en-IN"/>
        </a:p>
      </dgm:t>
    </dgm:pt>
    <dgm:pt modelId="{2B3B740C-7AB4-465D-820D-59C37C6823B8}">
      <dgm:prSet phldrT="[Text]" phldr="0"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Temperature</a:t>
          </a:r>
        </a:p>
      </dgm:t>
    </dgm:pt>
    <dgm:pt modelId="{F4970B9D-056B-446D-BE5D-DAB695ECB305}" type="parTrans" cxnId="{399DC0F9-9EEE-41BE-AFC3-26C2B8B3F86F}">
      <dgm:prSet/>
      <dgm:spPr/>
      <dgm:t>
        <a:bodyPr/>
        <a:lstStyle/>
        <a:p>
          <a:endParaRPr lang="en-IN"/>
        </a:p>
      </dgm:t>
    </dgm:pt>
    <dgm:pt modelId="{83D355B5-F636-4ECD-9519-570208DB33D8}" type="sibTrans" cxnId="{399DC0F9-9EEE-41BE-AFC3-26C2B8B3F86F}">
      <dgm:prSet/>
      <dgm:spPr/>
      <dgm:t>
        <a:bodyPr/>
        <a:lstStyle/>
        <a:p>
          <a:endParaRPr lang="en-IN"/>
        </a:p>
      </dgm:t>
    </dgm:pt>
    <dgm:pt modelId="{C7B7820E-E19A-441C-BE68-D99035301BA3}">
      <dgm:prSet phldrT="[Text]" phldr="0" custT="1"/>
      <dgm:spPr/>
      <dgm:t>
        <a:bodyPr/>
        <a:lstStyle/>
        <a:p>
          <a:r>
            <a:rPr lang="en-IN" sz="1200" b="1" dirty="0">
              <a:latin typeface="Times New Roman" panose="02020603050405020304" pitchFamily="18" charset="0"/>
              <a:cs typeface="Times New Roman" panose="02020603050405020304" pitchFamily="18" charset="0"/>
            </a:rPr>
            <a:t>Humidity</a:t>
          </a:r>
        </a:p>
      </dgm:t>
    </dgm:pt>
    <dgm:pt modelId="{C3D056B5-0DA5-4081-9048-70B2A96FB0D4}" type="parTrans" cxnId="{BC0DEA28-21D5-4D29-ADE7-EA62B72CB212}">
      <dgm:prSet/>
      <dgm:spPr/>
      <dgm:t>
        <a:bodyPr/>
        <a:lstStyle/>
        <a:p>
          <a:endParaRPr lang="en-IN"/>
        </a:p>
      </dgm:t>
    </dgm:pt>
    <dgm:pt modelId="{5B0C5627-0E53-4712-B14F-3DE1CA6B26E5}" type="sibTrans" cxnId="{BC0DEA28-21D5-4D29-ADE7-EA62B72CB212}">
      <dgm:prSet/>
      <dgm:spPr/>
      <dgm:t>
        <a:bodyPr/>
        <a:lstStyle/>
        <a:p>
          <a:endParaRPr lang="en-IN"/>
        </a:p>
      </dgm:t>
    </dgm:pt>
    <dgm:pt modelId="{AF0F8929-08A7-4EDC-99C9-AD46FAC736C4}">
      <dgm:prSet custT="1"/>
      <dgm:spPr/>
      <dgm:t>
        <a:bodyPr/>
        <a:lstStyle/>
        <a:p>
          <a:r>
            <a:rPr lang="en-IN" sz="1200" dirty="0"/>
            <a:t>It will be monitored as a toxicity indicator.</a:t>
          </a:r>
        </a:p>
      </dgm:t>
    </dgm:pt>
    <dgm:pt modelId="{1D7772A0-1AA2-40E2-931C-D1C1E6FE377E}" type="parTrans" cxnId="{D359BBF4-F089-418F-813E-8BAB753D78E1}">
      <dgm:prSet/>
      <dgm:spPr/>
      <dgm:t>
        <a:bodyPr/>
        <a:lstStyle/>
        <a:p>
          <a:endParaRPr lang="en-IN"/>
        </a:p>
      </dgm:t>
    </dgm:pt>
    <dgm:pt modelId="{86D831FB-ADF6-44E5-947D-A5379C104C1B}" type="sibTrans" cxnId="{D359BBF4-F089-418F-813E-8BAB753D78E1}">
      <dgm:prSet/>
      <dgm:spPr/>
      <dgm:t>
        <a:bodyPr/>
        <a:lstStyle/>
        <a:p>
          <a:endParaRPr lang="en-IN"/>
        </a:p>
      </dgm:t>
    </dgm:pt>
    <dgm:pt modelId="{08C9B1A5-97B2-4472-B2BA-B3B6F657C9CB}">
      <dgm:prSet custT="1"/>
      <dgm:spPr/>
      <dgm:t>
        <a:bodyPr/>
        <a:lstStyle/>
        <a:p>
          <a:r>
            <a:rPr lang="en-IN" sz="1200" dirty="0"/>
            <a:t>It is relevant for thermal comfort.</a:t>
          </a:r>
        </a:p>
      </dgm:t>
    </dgm:pt>
    <dgm:pt modelId="{E5E95DA3-89B2-481A-8D13-FEFF3D7108F1}" type="parTrans" cxnId="{4B5ADDD3-BD03-46AE-960A-6A121F0703B3}">
      <dgm:prSet/>
      <dgm:spPr/>
      <dgm:t>
        <a:bodyPr/>
        <a:lstStyle/>
        <a:p>
          <a:endParaRPr lang="en-IN"/>
        </a:p>
      </dgm:t>
    </dgm:pt>
    <dgm:pt modelId="{592A09F0-A939-4804-9B03-230680A57418}" type="sibTrans" cxnId="{4B5ADDD3-BD03-46AE-960A-6A121F0703B3}">
      <dgm:prSet/>
      <dgm:spPr/>
      <dgm:t>
        <a:bodyPr/>
        <a:lstStyle/>
        <a:p>
          <a:endParaRPr lang="en-IN"/>
        </a:p>
      </dgm:t>
    </dgm:pt>
    <dgm:pt modelId="{56F95D51-6E70-47AF-BC70-A245D1B2E752}">
      <dgm:prSet custT="1"/>
      <dgm:spPr/>
      <dgm:t>
        <a:bodyPr/>
        <a:lstStyle/>
        <a:p>
          <a:r>
            <a:rPr lang="en-IN" sz="1200" dirty="0"/>
            <a:t>It is relevant for comfort and microbial growth.</a:t>
          </a:r>
        </a:p>
      </dgm:t>
    </dgm:pt>
    <dgm:pt modelId="{3EACE133-A495-4E37-B248-0924FA1445E7}" type="parTrans" cxnId="{BDB6A096-1BD9-4FB6-8037-E3E0991D6CDA}">
      <dgm:prSet/>
      <dgm:spPr/>
      <dgm:t>
        <a:bodyPr/>
        <a:lstStyle/>
        <a:p>
          <a:endParaRPr lang="en-IN"/>
        </a:p>
      </dgm:t>
    </dgm:pt>
    <dgm:pt modelId="{615379E6-F246-4C53-880D-BC58D56D5589}" type="sibTrans" cxnId="{BDB6A096-1BD9-4FB6-8037-E3E0991D6CDA}">
      <dgm:prSet/>
      <dgm:spPr/>
      <dgm:t>
        <a:bodyPr/>
        <a:lstStyle/>
        <a:p>
          <a:endParaRPr lang="en-IN"/>
        </a:p>
      </dgm:t>
    </dgm:pt>
    <dgm:pt modelId="{DED52927-C625-46CB-BE66-4A9FC2ED5507}">
      <dgm:prSet phldrT="[Text]" custT="1"/>
      <dgm:spPr/>
      <dgm:t>
        <a:bodyPr/>
        <a:lstStyle/>
        <a:p>
          <a:r>
            <a:rPr lang="en-IN" sz="1200" dirty="0"/>
            <a:t>Levels consistently above this suggest poor ventilation and require fresh air adjustments.</a:t>
          </a:r>
        </a:p>
      </dgm:t>
    </dgm:pt>
    <dgm:pt modelId="{C04C70D9-310E-4C3B-B35B-35C723BE5390}" type="parTrans" cxnId="{458BBC29-5BE0-4AD2-908A-829B1CF24F14}">
      <dgm:prSet/>
      <dgm:spPr/>
      <dgm:t>
        <a:bodyPr/>
        <a:lstStyle/>
        <a:p>
          <a:endParaRPr lang="en-IN"/>
        </a:p>
      </dgm:t>
    </dgm:pt>
    <dgm:pt modelId="{10FD2746-015F-4E21-87FE-58A86E655B43}" type="sibTrans" cxnId="{458BBC29-5BE0-4AD2-908A-829B1CF24F14}">
      <dgm:prSet/>
      <dgm:spPr/>
      <dgm:t>
        <a:bodyPr/>
        <a:lstStyle/>
        <a:p>
          <a:endParaRPr lang="en-IN"/>
        </a:p>
      </dgm:t>
    </dgm:pt>
    <dgm:pt modelId="{B4FB17E3-7EC1-4894-8F97-3026E39E904A}">
      <dgm:prSet phldrT="[Text]" custT="1"/>
      <dgm:spPr/>
      <dgm:t>
        <a:bodyPr/>
        <a:lstStyle/>
        <a:p>
          <a:r>
            <a:rPr lang="en-IN" sz="1200" dirty="0"/>
            <a:t>&lt;1000 ppm.</a:t>
          </a:r>
        </a:p>
      </dgm:t>
    </dgm:pt>
    <dgm:pt modelId="{049C9F31-21DD-482D-B343-6E931DDF31D6}" type="parTrans" cxnId="{0840B23A-568C-4BD6-B622-3F184ADE5E42}">
      <dgm:prSet/>
      <dgm:spPr/>
      <dgm:t>
        <a:bodyPr/>
        <a:lstStyle/>
        <a:p>
          <a:endParaRPr lang="en-IN"/>
        </a:p>
      </dgm:t>
    </dgm:pt>
    <dgm:pt modelId="{2B79FC86-9F86-4D19-BC81-1DF64C9C2356}" type="sibTrans" cxnId="{0840B23A-568C-4BD6-B622-3F184ADE5E42}">
      <dgm:prSet/>
      <dgm:spPr/>
      <dgm:t>
        <a:bodyPr/>
        <a:lstStyle/>
        <a:p>
          <a:endParaRPr lang="en-IN"/>
        </a:p>
      </dgm:t>
    </dgm:pt>
    <dgm:pt modelId="{04C10122-DABC-4A96-89BF-9E0FEF53FDC1}">
      <dgm:prSet phldrT="[Text]" custT="1"/>
      <dgm:spPr/>
      <dgm:t>
        <a:bodyPr/>
        <a:lstStyle/>
        <a:p>
          <a:r>
            <a:rPr lang="en-IN" sz="1200" i="1" dirty="0"/>
            <a:t>**ASHRAE Ventilation Standard.</a:t>
          </a:r>
        </a:p>
      </dgm:t>
    </dgm:pt>
    <dgm:pt modelId="{FF949846-B874-43AF-B047-95038FBBA167}" type="parTrans" cxnId="{B820DB88-9746-4B7F-811C-ED750E336663}">
      <dgm:prSet/>
      <dgm:spPr/>
      <dgm:t>
        <a:bodyPr/>
        <a:lstStyle/>
        <a:p>
          <a:endParaRPr lang="en-IN"/>
        </a:p>
      </dgm:t>
    </dgm:pt>
    <dgm:pt modelId="{DEA9017A-98B9-47CF-8050-C4BEBF26C12D}" type="sibTrans" cxnId="{B820DB88-9746-4B7F-811C-ED750E336663}">
      <dgm:prSet/>
      <dgm:spPr/>
      <dgm:t>
        <a:bodyPr/>
        <a:lstStyle/>
        <a:p>
          <a:endParaRPr lang="en-IN"/>
        </a:p>
      </dgm:t>
    </dgm:pt>
    <dgm:pt modelId="{0FF0A3BE-4807-4320-A6E1-B6CC64A19E65}">
      <dgm:prSet custT="1"/>
      <dgm:spPr/>
      <dgm:t>
        <a:bodyPr/>
        <a:lstStyle/>
        <a:p>
          <a:r>
            <a:rPr lang="en-IN" sz="1200" dirty="0"/>
            <a:t>&lt;300 ppb.</a:t>
          </a:r>
        </a:p>
      </dgm:t>
    </dgm:pt>
    <dgm:pt modelId="{422E7D29-C702-4416-8764-C4362A9C5D3E}" type="parTrans" cxnId="{9501BF2E-9549-47DB-AE7E-A256E5D4B095}">
      <dgm:prSet/>
      <dgm:spPr/>
      <dgm:t>
        <a:bodyPr/>
        <a:lstStyle/>
        <a:p>
          <a:endParaRPr lang="en-IN"/>
        </a:p>
      </dgm:t>
    </dgm:pt>
    <dgm:pt modelId="{FE5EBCB5-ECEE-43B5-A105-7D3DF83F347E}" type="sibTrans" cxnId="{9501BF2E-9549-47DB-AE7E-A256E5D4B095}">
      <dgm:prSet/>
      <dgm:spPr/>
      <dgm:t>
        <a:bodyPr/>
        <a:lstStyle/>
        <a:p>
          <a:endParaRPr lang="en-IN"/>
        </a:p>
      </dgm:t>
    </dgm:pt>
    <dgm:pt modelId="{9E53F7EF-0732-4527-B9C5-91F062BDB3C2}">
      <dgm:prSet custT="1"/>
      <dgm:spPr/>
      <dgm:t>
        <a:bodyPr/>
        <a:lstStyle/>
        <a:p>
          <a:r>
            <a:rPr lang="en-IN" sz="1200" i="1" dirty="0"/>
            <a:t>**WHO AQI Guidelines.</a:t>
          </a:r>
        </a:p>
      </dgm:t>
    </dgm:pt>
    <dgm:pt modelId="{64E18335-08C9-45B0-94D4-344E2494A10F}" type="parTrans" cxnId="{80352F60-DB67-40DD-A4D6-77D03A97B9F3}">
      <dgm:prSet/>
      <dgm:spPr/>
      <dgm:t>
        <a:bodyPr/>
        <a:lstStyle/>
        <a:p>
          <a:endParaRPr lang="en-IN"/>
        </a:p>
      </dgm:t>
    </dgm:pt>
    <dgm:pt modelId="{96E95EA5-0FFA-418E-ACC0-3DCAFADB61BC}" type="sibTrans" cxnId="{80352F60-DB67-40DD-A4D6-77D03A97B9F3}">
      <dgm:prSet/>
      <dgm:spPr/>
      <dgm:t>
        <a:bodyPr/>
        <a:lstStyle/>
        <a:p>
          <a:endParaRPr lang="en-IN"/>
        </a:p>
      </dgm:t>
    </dgm:pt>
    <dgm:pt modelId="{DE2259BC-FD86-4DBD-90E4-5F0B57ECF6CF}">
      <dgm:prSet custT="1"/>
      <dgm:spPr/>
      <dgm:t>
        <a:bodyPr/>
        <a:lstStyle/>
        <a:p>
          <a:r>
            <a:rPr lang="en-IN" sz="1200" dirty="0"/>
            <a:t>&lt;</a:t>
          </a:r>
          <a:r>
            <a:rPr lang="en-US" sz="1200" dirty="0"/>
            <a:t>40 µg/m³ (24-hour average)</a:t>
          </a:r>
          <a:r>
            <a:rPr lang="en-IN" sz="1200" dirty="0"/>
            <a:t>.</a:t>
          </a:r>
        </a:p>
      </dgm:t>
    </dgm:pt>
    <dgm:pt modelId="{708ADD6F-B526-422F-BD44-26F1B1A6CB6B}" type="parTrans" cxnId="{3CC1BC17-DD66-48C0-AB96-B21378C668D9}">
      <dgm:prSet/>
      <dgm:spPr/>
      <dgm:t>
        <a:bodyPr/>
        <a:lstStyle/>
        <a:p>
          <a:endParaRPr lang="en-IN"/>
        </a:p>
      </dgm:t>
    </dgm:pt>
    <dgm:pt modelId="{6C57B492-AB5F-4ABA-889B-4F1E0EB88446}" type="sibTrans" cxnId="{3CC1BC17-DD66-48C0-AB96-B21378C668D9}">
      <dgm:prSet/>
      <dgm:spPr/>
      <dgm:t>
        <a:bodyPr/>
        <a:lstStyle/>
        <a:p>
          <a:endParaRPr lang="en-IN"/>
        </a:p>
      </dgm:t>
    </dgm:pt>
    <dgm:pt modelId="{9A0CB166-1370-4BBA-92CD-AAFFF1360864}">
      <dgm:prSet custT="1"/>
      <dgm:spPr/>
      <dgm:t>
        <a:bodyPr/>
        <a:lstStyle/>
        <a:p>
          <a:r>
            <a:rPr lang="en-IN" sz="1200" i="1" dirty="0"/>
            <a:t>**CPCB NAAQS.</a:t>
          </a:r>
        </a:p>
      </dgm:t>
    </dgm:pt>
    <dgm:pt modelId="{732F0D34-CD83-4CBE-ACA3-6982A55795DB}" type="parTrans" cxnId="{17F93889-7C7F-4970-B1AA-F658A2A39250}">
      <dgm:prSet/>
      <dgm:spPr/>
      <dgm:t>
        <a:bodyPr/>
        <a:lstStyle/>
        <a:p>
          <a:endParaRPr lang="en-IN"/>
        </a:p>
      </dgm:t>
    </dgm:pt>
    <dgm:pt modelId="{5EAC951E-E8F6-4A55-A39B-72BDFAB916B6}" type="sibTrans" cxnId="{17F93889-7C7F-4970-B1AA-F658A2A39250}">
      <dgm:prSet/>
      <dgm:spPr/>
      <dgm:t>
        <a:bodyPr/>
        <a:lstStyle/>
        <a:p>
          <a:endParaRPr lang="en-IN"/>
        </a:p>
      </dgm:t>
    </dgm:pt>
    <dgm:pt modelId="{93F4D7EF-3F22-42AC-B77C-E6F1B73780CC}">
      <dgm:prSet custT="1"/>
      <dgm:spPr/>
      <dgm:t>
        <a:bodyPr/>
        <a:lstStyle/>
        <a:p>
          <a:r>
            <a:rPr lang="en-IN" sz="1200" dirty="0"/>
            <a:t>&lt;</a:t>
          </a:r>
          <a:r>
            <a:rPr lang="en-US" sz="1200" dirty="0"/>
            <a:t>2.0 mg/m³ (8-hour average)</a:t>
          </a:r>
          <a:r>
            <a:rPr lang="en-IN" sz="1200" dirty="0"/>
            <a:t>.</a:t>
          </a:r>
        </a:p>
      </dgm:t>
    </dgm:pt>
    <dgm:pt modelId="{BE4E07ED-9565-498A-BBC8-E4BD7DCBEB3A}" type="parTrans" cxnId="{B5699E8B-B155-48E9-8B57-C37D217B5E85}">
      <dgm:prSet/>
      <dgm:spPr/>
      <dgm:t>
        <a:bodyPr/>
        <a:lstStyle/>
        <a:p>
          <a:endParaRPr lang="en-IN"/>
        </a:p>
      </dgm:t>
    </dgm:pt>
    <dgm:pt modelId="{0CEDB150-A250-4473-893E-84ED7B205553}" type="sibTrans" cxnId="{B5699E8B-B155-48E9-8B57-C37D217B5E85}">
      <dgm:prSet/>
      <dgm:spPr/>
      <dgm:t>
        <a:bodyPr/>
        <a:lstStyle/>
        <a:p>
          <a:endParaRPr lang="en-IN"/>
        </a:p>
      </dgm:t>
    </dgm:pt>
    <dgm:pt modelId="{ADCDFFC7-5D4F-4071-9D68-80730E285859}">
      <dgm:prSet custT="1"/>
      <dgm:spPr/>
      <dgm:t>
        <a:bodyPr/>
        <a:lstStyle/>
        <a:p>
          <a:r>
            <a:rPr lang="en-IN" sz="1200" i="1" dirty="0"/>
            <a:t>**CPCB NAAQS.</a:t>
          </a:r>
        </a:p>
      </dgm:t>
    </dgm:pt>
    <dgm:pt modelId="{E1958800-BF2F-4C79-8A42-CBC2F053C075}" type="parTrans" cxnId="{FB7C8EC6-3D8C-4136-8575-914AB271609D}">
      <dgm:prSet/>
      <dgm:spPr/>
      <dgm:t>
        <a:bodyPr/>
        <a:lstStyle/>
        <a:p>
          <a:endParaRPr lang="en-IN"/>
        </a:p>
      </dgm:t>
    </dgm:pt>
    <dgm:pt modelId="{EBA9545A-26C8-4708-880B-8F62C96ECB94}" type="sibTrans" cxnId="{FB7C8EC6-3D8C-4136-8575-914AB271609D}">
      <dgm:prSet/>
      <dgm:spPr/>
      <dgm:t>
        <a:bodyPr/>
        <a:lstStyle/>
        <a:p>
          <a:endParaRPr lang="en-IN"/>
        </a:p>
      </dgm:t>
    </dgm:pt>
    <dgm:pt modelId="{FB7DCB8C-E65E-4BF4-8918-E00AFE0F41B4}">
      <dgm:prSet custT="1"/>
      <dgm:spPr/>
      <dgm:t>
        <a:bodyPr/>
        <a:lstStyle/>
        <a:p>
          <a:r>
            <a:rPr lang="en-IN" sz="1200" dirty="0"/>
            <a:t>20.0°C to 23.6°C in winter.</a:t>
          </a:r>
        </a:p>
      </dgm:t>
    </dgm:pt>
    <dgm:pt modelId="{E7089DCC-F0CC-4C0E-B17A-332D52DE385C}" type="parTrans" cxnId="{96750188-0389-458F-B936-0EF98C0307AF}">
      <dgm:prSet/>
      <dgm:spPr/>
      <dgm:t>
        <a:bodyPr/>
        <a:lstStyle/>
        <a:p>
          <a:endParaRPr lang="en-IN"/>
        </a:p>
      </dgm:t>
    </dgm:pt>
    <dgm:pt modelId="{748D8B4A-EF73-48A6-8968-DF47A18A25E6}" type="sibTrans" cxnId="{96750188-0389-458F-B936-0EF98C0307AF}">
      <dgm:prSet/>
      <dgm:spPr/>
      <dgm:t>
        <a:bodyPr/>
        <a:lstStyle/>
        <a:p>
          <a:endParaRPr lang="en-IN"/>
        </a:p>
      </dgm:t>
    </dgm:pt>
    <dgm:pt modelId="{448346F4-D8F9-41B6-AD9A-9D2279143733}">
      <dgm:prSet custT="1"/>
      <dgm:spPr/>
      <dgm:t>
        <a:bodyPr/>
        <a:lstStyle/>
        <a:p>
          <a:r>
            <a:rPr lang="en-IN" sz="1200" i="1" dirty="0"/>
            <a:t>**ASHRAE Thermal Comfort.</a:t>
          </a:r>
          <a:endParaRPr lang="en-IN" sz="1200" dirty="0"/>
        </a:p>
      </dgm:t>
    </dgm:pt>
    <dgm:pt modelId="{1804F26A-0849-42DB-A31E-17B2943D5173}" type="parTrans" cxnId="{BF00E19C-7F9C-4DBF-B633-50DA19A8B0E0}">
      <dgm:prSet/>
      <dgm:spPr/>
      <dgm:t>
        <a:bodyPr/>
        <a:lstStyle/>
        <a:p>
          <a:endParaRPr lang="en-IN"/>
        </a:p>
      </dgm:t>
    </dgm:pt>
    <dgm:pt modelId="{7110A203-5D4E-41A7-B795-7AA963034E37}" type="sibTrans" cxnId="{BF00E19C-7F9C-4DBF-B633-50DA19A8B0E0}">
      <dgm:prSet/>
      <dgm:spPr/>
      <dgm:t>
        <a:bodyPr/>
        <a:lstStyle/>
        <a:p>
          <a:endParaRPr lang="en-IN"/>
        </a:p>
      </dgm:t>
    </dgm:pt>
    <dgm:pt modelId="{1B17BAC1-1501-4F56-BD5B-9D06D037BDE2}">
      <dgm:prSet custT="1"/>
      <dgm:spPr/>
      <dgm:t>
        <a:bodyPr/>
        <a:lstStyle/>
        <a:p>
          <a:r>
            <a:rPr lang="en-IN" sz="1200" dirty="0"/>
            <a:t>22.8°C to 26.1°C in summer.</a:t>
          </a:r>
        </a:p>
      </dgm:t>
    </dgm:pt>
    <dgm:pt modelId="{1C27BCBD-AADE-4E27-A213-C0D5E0B2A069}" type="parTrans" cxnId="{E38DF376-389A-42F3-A3B1-849A54D9F671}">
      <dgm:prSet/>
      <dgm:spPr/>
      <dgm:t>
        <a:bodyPr/>
        <a:lstStyle/>
        <a:p>
          <a:endParaRPr lang="en-IN"/>
        </a:p>
      </dgm:t>
    </dgm:pt>
    <dgm:pt modelId="{F9D4BE13-C062-4E7E-956E-7812192CF2BB}" type="sibTrans" cxnId="{E38DF376-389A-42F3-A3B1-849A54D9F671}">
      <dgm:prSet/>
      <dgm:spPr/>
      <dgm:t>
        <a:bodyPr/>
        <a:lstStyle/>
        <a:p>
          <a:endParaRPr lang="en-IN"/>
        </a:p>
      </dgm:t>
    </dgm:pt>
    <dgm:pt modelId="{58CA90E8-BE8F-4B2D-9EE2-BAB06171AE50}">
      <dgm:prSet custT="1"/>
      <dgm:spPr/>
      <dgm:t>
        <a:bodyPr/>
        <a:lstStyle/>
        <a:p>
          <a:r>
            <a:rPr lang="en-IN" sz="1200" dirty="0"/>
            <a:t>30% to 65%.</a:t>
          </a:r>
        </a:p>
      </dgm:t>
    </dgm:pt>
    <dgm:pt modelId="{E1078C96-1D19-4D59-B829-04B858B08924}" type="parTrans" cxnId="{B358F137-83C6-422B-95B4-23724D970C9C}">
      <dgm:prSet/>
      <dgm:spPr/>
      <dgm:t>
        <a:bodyPr/>
        <a:lstStyle/>
        <a:p>
          <a:endParaRPr lang="en-IN"/>
        </a:p>
      </dgm:t>
    </dgm:pt>
    <dgm:pt modelId="{7D6AA14E-8359-40CA-8869-760B0B061A1B}" type="sibTrans" cxnId="{B358F137-83C6-422B-95B4-23724D970C9C}">
      <dgm:prSet/>
      <dgm:spPr/>
      <dgm:t>
        <a:bodyPr/>
        <a:lstStyle/>
        <a:p>
          <a:endParaRPr lang="en-IN"/>
        </a:p>
      </dgm:t>
    </dgm:pt>
    <dgm:pt modelId="{B1574EE9-944F-4E20-8D15-FBA3B9ECDA74}">
      <dgm:prSet custT="1"/>
      <dgm:spPr/>
      <dgm:t>
        <a:bodyPr/>
        <a:lstStyle/>
        <a:p>
          <a:r>
            <a:rPr lang="en-IN" sz="1200" i="1" dirty="0"/>
            <a:t>**ASHRAE &amp; WHO Comfort Range.</a:t>
          </a:r>
        </a:p>
      </dgm:t>
    </dgm:pt>
    <dgm:pt modelId="{D7FF0FCB-0158-4180-8347-20F530F75850}" type="parTrans" cxnId="{198A2E6B-E008-43CF-BB8F-28861DB9AB50}">
      <dgm:prSet/>
      <dgm:spPr/>
      <dgm:t>
        <a:bodyPr/>
        <a:lstStyle/>
        <a:p>
          <a:endParaRPr lang="en-IN"/>
        </a:p>
      </dgm:t>
    </dgm:pt>
    <dgm:pt modelId="{56C0F29F-36B6-4B9B-A996-0CE6D6ACCB24}" type="sibTrans" cxnId="{198A2E6B-E008-43CF-BB8F-28861DB9AB50}">
      <dgm:prSet/>
      <dgm:spPr/>
      <dgm:t>
        <a:bodyPr/>
        <a:lstStyle/>
        <a:p>
          <a:endParaRPr lang="en-IN"/>
        </a:p>
      </dgm:t>
    </dgm:pt>
    <dgm:pt modelId="{8D392C07-1623-4E9A-B97B-4A99E95F7FAA}" type="pres">
      <dgm:prSet presAssocID="{E9E2694E-C460-4E78-B2BB-5D40D6279ED6}" presName="linearFlow" presStyleCnt="0">
        <dgm:presLayoutVars>
          <dgm:dir/>
          <dgm:animLvl val="lvl"/>
          <dgm:resizeHandles/>
        </dgm:presLayoutVars>
      </dgm:prSet>
      <dgm:spPr/>
    </dgm:pt>
    <dgm:pt modelId="{90D15CD6-56FA-4180-A539-F9C9AB3D3915}" type="pres">
      <dgm:prSet presAssocID="{0252B2E4-E878-44B8-AB97-4304AF6C0644}" presName="compositeNode" presStyleCnt="0">
        <dgm:presLayoutVars>
          <dgm:bulletEnabled val="1"/>
        </dgm:presLayoutVars>
      </dgm:prSet>
      <dgm:spPr/>
    </dgm:pt>
    <dgm:pt modelId="{0FCB8158-06DA-4782-A98D-3F25C21231E4}" type="pres">
      <dgm:prSet presAssocID="{0252B2E4-E878-44B8-AB97-4304AF6C0644}" presName="image" presStyleLbl="fgImgPlace1" presStyleIdx="0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14000" r="-14000"/>
          </a:stretch>
        </a:blipFill>
      </dgm:spPr>
    </dgm:pt>
    <dgm:pt modelId="{39312A7C-434D-4631-8233-14F426E92F29}" type="pres">
      <dgm:prSet presAssocID="{0252B2E4-E878-44B8-AB97-4304AF6C0644}" presName="childNode" presStyleLbl="node1" presStyleIdx="0" presStyleCnt="6">
        <dgm:presLayoutVars>
          <dgm:bulletEnabled val="1"/>
        </dgm:presLayoutVars>
      </dgm:prSet>
      <dgm:spPr/>
    </dgm:pt>
    <dgm:pt modelId="{615E3090-EE9C-44D6-8F36-9741076BF2BA}" type="pres">
      <dgm:prSet presAssocID="{0252B2E4-E878-44B8-AB97-4304AF6C0644}" presName="parentNode" presStyleLbl="revTx" presStyleIdx="0" presStyleCnt="6">
        <dgm:presLayoutVars>
          <dgm:chMax val="0"/>
          <dgm:bulletEnabled val="1"/>
        </dgm:presLayoutVars>
      </dgm:prSet>
      <dgm:spPr/>
    </dgm:pt>
    <dgm:pt modelId="{6F2B2D4D-276D-4201-9DDB-E8BAF44B0C48}" type="pres">
      <dgm:prSet presAssocID="{980A4290-EC98-4143-9FE5-7D9EB2ADC315}" presName="sibTrans" presStyleCnt="0"/>
      <dgm:spPr/>
    </dgm:pt>
    <dgm:pt modelId="{2F7E863B-2ECF-462F-9260-F8E9882E8E45}" type="pres">
      <dgm:prSet presAssocID="{90C3AD59-5E41-4F9A-BDF1-F0B56EB2C9AA}" presName="compositeNode" presStyleCnt="0">
        <dgm:presLayoutVars>
          <dgm:bulletEnabled val="1"/>
        </dgm:presLayoutVars>
      </dgm:prSet>
      <dgm:spPr/>
    </dgm:pt>
    <dgm:pt modelId="{83CFC112-DECD-4C07-9540-64D244610ECF}" type="pres">
      <dgm:prSet presAssocID="{90C3AD59-5E41-4F9A-BDF1-F0B56EB2C9AA}" presName="image" presStyleLbl="fgImgPlace1" presStyleIdx="1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14000" r="-14000"/>
          </a:stretch>
        </a:blipFill>
      </dgm:spPr>
    </dgm:pt>
    <dgm:pt modelId="{56F7F1E3-0949-4F21-82C2-A6365F23C9FD}" type="pres">
      <dgm:prSet presAssocID="{90C3AD59-5E41-4F9A-BDF1-F0B56EB2C9AA}" presName="childNode" presStyleLbl="node1" presStyleIdx="1" presStyleCnt="6">
        <dgm:presLayoutVars>
          <dgm:bulletEnabled val="1"/>
        </dgm:presLayoutVars>
      </dgm:prSet>
      <dgm:spPr/>
    </dgm:pt>
    <dgm:pt modelId="{1A538D82-873B-48D2-8C0A-A1904F7B2D59}" type="pres">
      <dgm:prSet presAssocID="{90C3AD59-5E41-4F9A-BDF1-F0B56EB2C9AA}" presName="parentNode" presStyleLbl="revTx" presStyleIdx="1" presStyleCnt="6">
        <dgm:presLayoutVars>
          <dgm:chMax val="0"/>
          <dgm:bulletEnabled val="1"/>
        </dgm:presLayoutVars>
      </dgm:prSet>
      <dgm:spPr/>
    </dgm:pt>
    <dgm:pt modelId="{6AB3B2DF-B682-4163-93EC-0831D26D85CE}" type="pres">
      <dgm:prSet presAssocID="{84741ED4-B52C-4E28-9A3C-EA09769412DF}" presName="sibTrans" presStyleCnt="0"/>
      <dgm:spPr/>
    </dgm:pt>
    <dgm:pt modelId="{2E3BE4DC-64B2-40D5-B2DA-16B3567044FB}" type="pres">
      <dgm:prSet presAssocID="{AC343A46-54FF-4526-AE10-56A5E1AC5882}" presName="compositeNode" presStyleCnt="0">
        <dgm:presLayoutVars>
          <dgm:bulletEnabled val="1"/>
        </dgm:presLayoutVars>
      </dgm:prSet>
      <dgm:spPr/>
    </dgm:pt>
    <dgm:pt modelId="{2014F7FD-8BCF-4CC8-880C-C1DA32CCAC8A}" type="pres">
      <dgm:prSet presAssocID="{AC343A46-54FF-4526-AE10-56A5E1AC5882}" presName="image" presStyleLbl="fgImgPlace1" presStyleIdx="2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l="-14000" r="-14000"/>
          </a:stretch>
        </a:blipFill>
      </dgm:spPr>
    </dgm:pt>
    <dgm:pt modelId="{8787B1A7-0097-4606-A141-4A9134770D21}" type="pres">
      <dgm:prSet presAssocID="{AC343A46-54FF-4526-AE10-56A5E1AC5882}" presName="childNode" presStyleLbl="node1" presStyleIdx="2" presStyleCnt="6">
        <dgm:presLayoutVars>
          <dgm:bulletEnabled val="1"/>
        </dgm:presLayoutVars>
      </dgm:prSet>
      <dgm:spPr/>
    </dgm:pt>
    <dgm:pt modelId="{C45D8E8D-7745-4B62-8FD6-D4DB8EF32C3D}" type="pres">
      <dgm:prSet presAssocID="{AC343A46-54FF-4526-AE10-56A5E1AC5882}" presName="parentNode" presStyleLbl="revTx" presStyleIdx="2" presStyleCnt="6">
        <dgm:presLayoutVars>
          <dgm:chMax val="0"/>
          <dgm:bulletEnabled val="1"/>
        </dgm:presLayoutVars>
      </dgm:prSet>
      <dgm:spPr/>
    </dgm:pt>
    <dgm:pt modelId="{0FCA63EE-961A-4AD6-AC54-D70742C4355F}" type="pres">
      <dgm:prSet presAssocID="{1D69DD79-363A-48FF-B576-51F78FD7209A}" presName="sibTrans" presStyleCnt="0"/>
      <dgm:spPr/>
    </dgm:pt>
    <dgm:pt modelId="{CE0D7B81-D115-4D44-8565-0D73BA00B973}" type="pres">
      <dgm:prSet presAssocID="{DAF6DCCA-F163-4424-B921-D920E5C4EBD8}" presName="compositeNode" presStyleCnt="0">
        <dgm:presLayoutVars>
          <dgm:bulletEnabled val="1"/>
        </dgm:presLayoutVars>
      </dgm:prSet>
      <dgm:spPr/>
    </dgm:pt>
    <dgm:pt modelId="{A128537A-83BB-4A23-BC2C-EA256DDBCF44}" type="pres">
      <dgm:prSet presAssocID="{DAF6DCCA-F163-4424-B921-D920E5C4EBD8}" presName="image" presStyleLbl="fgImgPlace1" presStyleIdx="3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14000" r="-14000"/>
          </a:stretch>
        </a:blipFill>
      </dgm:spPr>
    </dgm:pt>
    <dgm:pt modelId="{A442D22B-3DC0-4B0B-A30C-3471AC687432}" type="pres">
      <dgm:prSet presAssocID="{DAF6DCCA-F163-4424-B921-D920E5C4EBD8}" presName="childNode" presStyleLbl="node1" presStyleIdx="3" presStyleCnt="6">
        <dgm:presLayoutVars>
          <dgm:bulletEnabled val="1"/>
        </dgm:presLayoutVars>
      </dgm:prSet>
      <dgm:spPr/>
    </dgm:pt>
    <dgm:pt modelId="{ADA31740-9D61-4F86-B505-88F1ED33532E}" type="pres">
      <dgm:prSet presAssocID="{DAF6DCCA-F163-4424-B921-D920E5C4EBD8}" presName="parentNode" presStyleLbl="revTx" presStyleIdx="3" presStyleCnt="6">
        <dgm:presLayoutVars>
          <dgm:chMax val="0"/>
          <dgm:bulletEnabled val="1"/>
        </dgm:presLayoutVars>
      </dgm:prSet>
      <dgm:spPr/>
    </dgm:pt>
    <dgm:pt modelId="{DEF62BC3-A42E-4DDC-9B12-5A26C2A5CDDE}" type="pres">
      <dgm:prSet presAssocID="{D940EC6B-C93D-42AA-8D21-A445FDC19EAB}" presName="sibTrans" presStyleCnt="0"/>
      <dgm:spPr/>
    </dgm:pt>
    <dgm:pt modelId="{B5BA1005-20FD-4C0B-A294-40FE0B49E356}" type="pres">
      <dgm:prSet presAssocID="{2B3B740C-7AB4-465D-820D-59C37C6823B8}" presName="compositeNode" presStyleCnt="0">
        <dgm:presLayoutVars>
          <dgm:bulletEnabled val="1"/>
        </dgm:presLayoutVars>
      </dgm:prSet>
      <dgm:spPr/>
    </dgm:pt>
    <dgm:pt modelId="{1865DD31-9F52-426E-8166-F4E3CECAF645}" type="pres">
      <dgm:prSet presAssocID="{2B3B740C-7AB4-465D-820D-59C37C6823B8}" presName="image" presStyleLbl="fgImgPlace1" presStyleIdx="4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 l="-14000" r="-14000"/>
          </a:stretch>
        </a:blipFill>
      </dgm:spPr>
    </dgm:pt>
    <dgm:pt modelId="{97467954-ED61-4349-A1AA-FCAF57F85157}" type="pres">
      <dgm:prSet presAssocID="{2B3B740C-7AB4-465D-820D-59C37C6823B8}" presName="childNode" presStyleLbl="node1" presStyleIdx="4" presStyleCnt="6">
        <dgm:presLayoutVars>
          <dgm:bulletEnabled val="1"/>
        </dgm:presLayoutVars>
      </dgm:prSet>
      <dgm:spPr/>
    </dgm:pt>
    <dgm:pt modelId="{15C73F70-919B-4675-A7F2-0BFF2C572780}" type="pres">
      <dgm:prSet presAssocID="{2B3B740C-7AB4-465D-820D-59C37C6823B8}" presName="parentNode" presStyleLbl="revTx" presStyleIdx="4" presStyleCnt="6">
        <dgm:presLayoutVars>
          <dgm:chMax val="0"/>
          <dgm:bulletEnabled val="1"/>
        </dgm:presLayoutVars>
      </dgm:prSet>
      <dgm:spPr/>
    </dgm:pt>
    <dgm:pt modelId="{A0B8D988-95BF-4F87-8ADE-55AB47B6B904}" type="pres">
      <dgm:prSet presAssocID="{83D355B5-F636-4ECD-9519-570208DB33D8}" presName="sibTrans" presStyleCnt="0"/>
      <dgm:spPr/>
    </dgm:pt>
    <dgm:pt modelId="{D120A8E3-1EE3-4467-9740-865A1F96AD5D}" type="pres">
      <dgm:prSet presAssocID="{C7B7820E-E19A-441C-BE68-D99035301BA3}" presName="compositeNode" presStyleCnt="0">
        <dgm:presLayoutVars>
          <dgm:bulletEnabled val="1"/>
        </dgm:presLayoutVars>
      </dgm:prSet>
      <dgm:spPr/>
    </dgm:pt>
    <dgm:pt modelId="{ABC27B91-BD42-4130-96CF-55B78F010979}" type="pres">
      <dgm:prSet presAssocID="{C7B7820E-E19A-441C-BE68-D99035301BA3}" presName="image" presStyleLbl="fgImgPlace1" presStyleIdx="5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-14000" r="-14000"/>
          </a:stretch>
        </a:blipFill>
      </dgm:spPr>
    </dgm:pt>
    <dgm:pt modelId="{E1CE943C-3FD9-4D64-8A61-16717EAC4940}" type="pres">
      <dgm:prSet presAssocID="{C7B7820E-E19A-441C-BE68-D99035301BA3}" presName="childNode" presStyleLbl="node1" presStyleIdx="5" presStyleCnt="6">
        <dgm:presLayoutVars>
          <dgm:bulletEnabled val="1"/>
        </dgm:presLayoutVars>
      </dgm:prSet>
      <dgm:spPr/>
    </dgm:pt>
    <dgm:pt modelId="{8F837EEC-E2A6-41B6-9C7D-14EA9CCA694B}" type="pres">
      <dgm:prSet presAssocID="{C7B7820E-E19A-441C-BE68-D99035301BA3}" presName="parentNode" presStyleLbl="revTx" presStyleIdx="5" presStyleCnt="6">
        <dgm:presLayoutVars>
          <dgm:chMax val="0"/>
          <dgm:bulletEnabled val="1"/>
        </dgm:presLayoutVars>
      </dgm:prSet>
      <dgm:spPr/>
    </dgm:pt>
  </dgm:ptLst>
  <dgm:cxnLst>
    <dgm:cxn modelId="{3291B912-BAEF-4CB7-9F68-D0541C23DA59}" srcId="{0252B2E4-E878-44B8-AB97-4304AF6C0644}" destId="{90D5811A-5662-4D12-BA5C-31F9194E712F}" srcOrd="0" destOrd="0" parTransId="{FB412B6F-9821-406C-B22D-19EA884DED62}" sibTransId="{D6659C3B-5D37-4FBE-98F7-9EABF9CE2237}"/>
    <dgm:cxn modelId="{00032113-1D58-40DA-97D9-B632E58274A0}" srcId="{E9E2694E-C460-4E78-B2BB-5D40D6279ED6}" destId="{0252B2E4-E878-44B8-AB97-4304AF6C0644}" srcOrd="0" destOrd="0" parTransId="{9C4D1AEA-9FB6-426D-86E7-DB95A0D6198E}" sibTransId="{980A4290-EC98-4143-9FE5-7D9EB2ADC315}"/>
    <dgm:cxn modelId="{3CC1BC17-DD66-48C0-AB96-B21378C668D9}" srcId="{AC343A46-54FF-4526-AE10-56A5E1AC5882}" destId="{DE2259BC-FD86-4DBD-90E4-5F0B57ECF6CF}" srcOrd="1" destOrd="0" parTransId="{708ADD6F-B526-422F-BD44-26F1B1A6CB6B}" sibTransId="{6C57B492-AB5F-4ABA-889B-4F1E0EB88446}"/>
    <dgm:cxn modelId="{BC5E8C1F-83F9-480A-85F3-168E0A6CF3FA}" type="presOf" srcId="{2B3B740C-7AB4-465D-820D-59C37C6823B8}" destId="{15C73F70-919B-4675-A7F2-0BFF2C572780}" srcOrd="0" destOrd="0" presId="urn:microsoft.com/office/officeart/2005/8/layout/hList2"/>
    <dgm:cxn modelId="{BC0DEA28-21D5-4D29-ADE7-EA62B72CB212}" srcId="{E9E2694E-C460-4E78-B2BB-5D40D6279ED6}" destId="{C7B7820E-E19A-441C-BE68-D99035301BA3}" srcOrd="5" destOrd="0" parTransId="{C3D056B5-0DA5-4081-9048-70B2A96FB0D4}" sibTransId="{5B0C5627-0E53-4712-B14F-3DE1CA6B26E5}"/>
    <dgm:cxn modelId="{458BBC29-5BE0-4AD2-908A-829B1CF24F14}" srcId="{0252B2E4-E878-44B8-AB97-4304AF6C0644}" destId="{DED52927-C625-46CB-BE66-4A9FC2ED5507}" srcOrd="2" destOrd="0" parTransId="{C04C70D9-310E-4C3B-B35B-35C723BE5390}" sibTransId="{10FD2746-015F-4E21-87FE-58A86E655B43}"/>
    <dgm:cxn modelId="{8AC61E2D-DBA9-4CCA-922A-275D23659B63}" type="presOf" srcId="{ADCDFFC7-5D4F-4071-9D68-80730E285859}" destId="{A442D22B-3DC0-4B0B-A30C-3471AC687432}" srcOrd="0" destOrd="2" presId="urn:microsoft.com/office/officeart/2005/8/layout/hList2"/>
    <dgm:cxn modelId="{9501BF2E-9549-47DB-AE7E-A256E5D4B095}" srcId="{90C3AD59-5E41-4F9A-BDF1-F0B56EB2C9AA}" destId="{0FF0A3BE-4807-4320-A6E1-B6CC64A19E65}" srcOrd="1" destOrd="0" parTransId="{422E7D29-C702-4416-8764-C4362A9C5D3E}" sibTransId="{FE5EBCB5-ECEE-43B5-A105-7D3DF83F347E}"/>
    <dgm:cxn modelId="{B358F137-83C6-422B-95B4-23724D970C9C}" srcId="{C7B7820E-E19A-441C-BE68-D99035301BA3}" destId="{58CA90E8-BE8F-4B2D-9EE2-BAB06171AE50}" srcOrd="1" destOrd="0" parTransId="{E1078C96-1D19-4D59-B829-04B858B08924}" sibTransId="{7D6AA14E-8359-40CA-8869-760B0B061A1B}"/>
    <dgm:cxn modelId="{266B6738-306C-4E3A-8C32-17F673A6F172}" type="presOf" srcId="{56F95D51-6E70-47AF-BC70-A245D1B2E752}" destId="{E1CE943C-3FD9-4D64-8A61-16717EAC4940}" srcOrd="0" destOrd="0" presId="urn:microsoft.com/office/officeart/2005/8/layout/hList2"/>
    <dgm:cxn modelId="{1214A938-3A33-440F-8712-79860B075FBC}" srcId="{AC343A46-54FF-4526-AE10-56A5E1AC5882}" destId="{902287B1-9309-437C-A961-9497EBCECB2B}" srcOrd="0" destOrd="0" parTransId="{7FCD4CCA-CC60-4C3B-A102-E9828812525D}" sibTransId="{A8F7D874-9822-4213-9A78-BCD7D007AC9A}"/>
    <dgm:cxn modelId="{0840B23A-568C-4BD6-B622-3F184ADE5E42}" srcId="{0252B2E4-E878-44B8-AB97-4304AF6C0644}" destId="{B4FB17E3-7EC1-4894-8F97-3026E39E904A}" srcOrd="1" destOrd="0" parTransId="{049C9F31-21DD-482D-B343-6E931DDF31D6}" sibTransId="{2B79FC86-9F86-4D19-BC81-1DF64C9C2356}"/>
    <dgm:cxn modelId="{CBC23C3C-C0FD-40E2-96AD-9792C8A86400}" type="presOf" srcId="{AC343A46-54FF-4526-AE10-56A5E1AC5882}" destId="{C45D8E8D-7745-4B62-8FD6-D4DB8EF32C3D}" srcOrd="0" destOrd="0" presId="urn:microsoft.com/office/officeart/2005/8/layout/hList2"/>
    <dgm:cxn modelId="{5D3F933D-DC78-4904-A9BC-744433FA7301}" type="presOf" srcId="{08C9B1A5-97B2-4472-B2BA-B3B6F657C9CB}" destId="{97467954-ED61-4349-A1AA-FCAF57F85157}" srcOrd="0" destOrd="0" presId="urn:microsoft.com/office/officeart/2005/8/layout/hList2"/>
    <dgm:cxn modelId="{80352F60-DB67-40DD-A4D6-77D03A97B9F3}" srcId="{90C3AD59-5E41-4F9A-BDF1-F0B56EB2C9AA}" destId="{9E53F7EF-0732-4527-B9C5-91F062BDB3C2}" srcOrd="2" destOrd="0" parTransId="{64E18335-08C9-45B0-94D4-344E2494A10F}" sibTransId="{96E95EA5-0FFA-418E-ACC0-3DCAFADB61BC}"/>
    <dgm:cxn modelId="{FC0CB361-4169-4E33-906A-903AE8DABBCC}" type="presOf" srcId="{58CA90E8-BE8F-4B2D-9EE2-BAB06171AE50}" destId="{E1CE943C-3FD9-4D64-8A61-16717EAC4940}" srcOrd="0" destOrd="1" presId="urn:microsoft.com/office/officeart/2005/8/layout/hList2"/>
    <dgm:cxn modelId="{1B277E47-F0E6-498B-BBD6-BD382DE7A30E}" type="presOf" srcId="{DAF6DCCA-F163-4424-B921-D920E5C4EBD8}" destId="{ADA31740-9D61-4F86-B505-88F1ED33532E}" srcOrd="0" destOrd="0" presId="urn:microsoft.com/office/officeart/2005/8/layout/hList2"/>
    <dgm:cxn modelId="{B15ACF49-5A1F-47B5-A36C-D4CEC8AFF404}" type="presOf" srcId="{DE2259BC-FD86-4DBD-90E4-5F0B57ECF6CF}" destId="{8787B1A7-0097-4606-A141-4A9134770D21}" srcOrd="0" destOrd="1" presId="urn:microsoft.com/office/officeart/2005/8/layout/hList2"/>
    <dgm:cxn modelId="{B30B0E6A-CEF3-4E28-A55A-0D9AEFBE21A3}" type="presOf" srcId="{902287B1-9309-437C-A961-9497EBCECB2B}" destId="{8787B1A7-0097-4606-A141-4A9134770D21}" srcOrd="0" destOrd="0" presId="urn:microsoft.com/office/officeart/2005/8/layout/hList2"/>
    <dgm:cxn modelId="{198A2E6B-E008-43CF-BB8F-28861DB9AB50}" srcId="{C7B7820E-E19A-441C-BE68-D99035301BA3}" destId="{B1574EE9-944F-4E20-8D15-FBA3B9ECDA74}" srcOrd="2" destOrd="0" parTransId="{D7FF0FCB-0158-4180-8347-20F530F75850}" sibTransId="{56C0F29F-36B6-4B9B-A996-0CE6D6ACCB24}"/>
    <dgm:cxn modelId="{2A77FA4C-8BC7-447D-97F4-CEAFC7250450}" type="presOf" srcId="{B4FB17E3-7EC1-4894-8F97-3026E39E904A}" destId="{39312A7C-434D-4631-8233-14F426E92F29}" srcOrd="0" destOrd="1" presId="urn:microsoft.com/office/officeart/2005/8/layout/hList2"/>
    <dgm:cxn modelId="{92E3C24D-7AED-496B-ACEC-8BACB06B3497}" type="presOf" srcId="{9A0CB166-1370-4BBA-92CD-AAFFF1360864}" destId="{8787B1A7-0097-4606-A141-4A9134770D21}" srcOrd="0" destOrd="2" presId="urn:microsoft.com/office/officeart/2005/8/layout/hList2"/>
    <dgm:cxn modelId="{8A80C56D-6138-4128-9DDA-27C21FCF8546}" srcId="{E9E2694E-C460-4E78-B2BB-5D40D6279ED6}" destId="{AC343A46-54FF-4526-AE10-56A5E1AC5882}" srcOrd="2" destOrd="0" parTransId="{55AE50C0-C44B-48E5-8A9B-B55BEFF7BA34}" sibTransId="{1D69DD79-363A-48FF-B576-51F78FD7209A}"/>
    <dgm:cxn modelId="{E38DF376-389A-42F3-A3B1-849A54D9F671}" srcId="{2B3B740C-7AB4-465D-820D-59C37C6823B8}" destId="{1B17BAC1-1501-4F56-BD5B-9D06D037BDE2}" srcOrd="1" destOrd="0" parTransId="{1C27BCBD-AADE-4E27-A213-C0D5E0B2A069}" sibTransId="{F9D4BE13-C062-4E7E-956E-7812192CF2BB}"/>
    <dgm:cxn modelId="{69AB157C-C989-4DFA-A3DE-3B23E43BD6A9}" type="presOf" srcId="{C7B7820E-E19A-441C-BE68-D99035301BA3}" destId="{8F837EEC-E2A6-41B6-9C7D-14EA9CCA694B}" srcOrd="0" destOrd="0" presId="urn:microsoft.com/office/officeart/2005/8/layout/hList2"/>
    <dgm:cxn modelId="{F97F147F-100D-4B14-B1FF-29C9FF304633}" type="presOf" srcId="{FB7DCB8C-E65E-4BF4-8918-E00AFE0F41B4}" destId="{97467954-ED61-4349-A1AA-FCAF57F85157}" srcOrd="0" destOrd="2" presId="urn:microsoft.com/office/officeart/2005/8/layout/hList2"/>
    <dgm:cxn modelId="{09497D7F-EA05-4644-8154-86D24E04B985}" type="presOf" srcId="{AF0F8929-08A7-4EDC-99C9-AD46FAC736C4}" destId="{A442D22B-3DC0-4B0B-A30C-3471AC687432}" srcOrd="0" destOrd="0" presId="urn:microsoft.com/office/officeart/2005/8/layout/hList2"/>
    <dgm:cxn modelId="{10418780-020B-43A4-965A-BCC43C3C637A}" type="presOf" srcId="{91AC3B06-B4D7-404E-9E16-4ADB3831CAB0}" destId="{56F7F1E3-0949-4F21-82C2-A6365F23C9FD}" srcOrd="0" destOrd="0" presId="urn:microsoft.com/office/officeart/2005/8/layout/hList2"/>
    <dgm:cxn modelId="{96750188-0389-458F-B936-0EF98C0307AF}" srcId="{2B3B740C-7AB4-465D-820D-59C37C6823B8}" destId="{FB7DCB8C-E65E-4BF4-8918-E00AFE0F41B4}" srcOrd="2" destOrd="0" parTransId="{E7089DCC-F0CC-4C0E-B17A-332D52DE385C}" sibTransId="{748D8B4A-EF73-48A6-8968-DF47A18A25E6}"/>
    <dgm:cxn modelId="{B820DB88-9746-4B7F-811C-ED750E336663}" srcId="{0252B2E4-E878-44B8-AB97-4304AF6C0644}" destId="{04C10122-DABC-4A96-89BF-9E0FEF53FDC1}" srcOrd="3" destOrd="0" parTransId="{FF949846-B874-43AF-B047-95038FBBA167}" sibTransId="{DEA9017A-98B9-47CF-8050-C4BEBF26C12D}"/>
    <dgm:cxn modelId="{17F93889-7C7F-4970-B1AA-F658A2A39250}" srcId="{AC343A46-54FF-4526-AE10-56A5E1AC5882}" destId="{9A0CB166-1370-4BBA-92CD-AAFFF1360864}" srcOrd="2" destOrd="0" parTransId="{732F0D34-CD83-4CBE-ACA3-6982A55795DB}" sibTransId="{5EAC951E-E8F6-4A55-A39B-72BDFAB916B6}"/>
    <dgm:cxn modelId="{B5699E8B-B155-48E9-8B57-C37D217B5E85}" srcId="{DAF6DCCA-F163-4424-B921-D920E5C4EBD8}" destId="{93F4D7EF-3F22-42AC-B77C-E6F1B73780CC}" srcOrd="1" destOrd="0" parTransId="{BE4E07ED-9565-498A-BBC8-E4BD7DCBEB3A}" sibTransId="{0CEDB150-A250-4473-893E-84ED7B205553}"/>
    <dgm:cxn modelId="{B86DFD8B-6AC5-45C2-8B2C-40F3701A9718}" type="presOf" srcId="{04C10122-DABC-4A96-89BF-9E0FEF53FDC1}" destId="{39312A7C-434D-4631-8233-14F426E92F29}" srcOrd="0" destOrd="3" presId="urn:microsoft.com/office/officeart/2005/8/layout/hList2"/>
    <dgm:cxn modelId="{5C9B7595-8C86-485C-9B5F-4C7AB8BFD82E}" type="presOf" srcId="{90C3AD59-5E41-4F9A-BDF1-F0B56EB2C9AA}" destId="{1A538D82-873B-48D2-8C0A-A1904F7B2D59}" srcOrd="0" destOrd="0" presId="urn:microsoft.com/office/officeart/2005/8/layout/hList2"/>
    <dgm:cxn modelId="{BDB6A096-1BD9-4FB6-8037-E3E0991D6CDA}" srcId="{C7B7820E-E19A-441C-BE68-D99035301BA3}" destId="{56F95D51-6E70-47AF-BC70-A245D1B2E752}" srcOrd="0" destOrd="0" parTransId="{3EACE133-A495-4E37-B248-0924FA1445E7}" sibTransId="{615379E6-F246-4C53-880D-BC58D56D5589}"/>
    <dgm:cxn modelId="{84A64999-9C9C-4301-82AF-30AF60B80662}" type="presOf" srcId="{0252B2E4-E878-44B8-AB97-4304AF6C0644}" destId="{615E3090-EE9C-44D6-8F36-9741076BF2BA}" srcOrd="0" destOrd="0" presId="urn:microsoft.com/office/officeart/2005/8/layout/hList2"/>
    <dgm:cxn modelId="{A7F5339A-6A88-4B77-9D55-762261FB8AAF}" srcId="{E9E2694E-C460-4E78-B2BB-5D40D6279ED6}" destId="{DAF6DCCA-F163-4424-B921-D920E5C4EBD8}" srcOrd="3" destOrd="0" parTransId="{2F8EBE40-71B6-47B2-82FD-B50B5FE1003D}" sibTransId="{D940EC6B-C93D-42AA-8D21-A445FDC19EAB}"/>
    <dgm:cxn modelId="{BF00E19C-7F9C-4DBF-B633-50DA19A8B0E0}" srcId="{2B3B740C-7AB4-465D-820D-59C37C6823B8}" destId="{448346F4-D8F9-41B6-AD9A-9D2279143733}" srcOrd="3" destOrd="0" parTransId="{1804F26A-0849-42DB-A31E-17B2943D5173}" sibTransId="{7110A203-5D4E-41A7-B795-7AA963034E37}"/>
    <dgm:cxn modelId="{A90FAE9E-6D9B-4486-9980-AD526A686AE6}" srcId="{90C3AD59-5E41-4F9A-BDF1-F0B56EB2C9AA}" destId="{91AC3B06-B4D7-404E-9E16-4ADB3831CAB0}" srcOrd="0" destOrd="0" parTransId="{98F82075-8120-416A-99AF-6667BE3AE0A2}" sibTransId="{FD8C0D53-36B6-4932-9153-C608DE237CC7}"/>
    <dgm:cxn modelId="{745F59A9-C4A0-48EE-B762-F35A3DDE5B5A}" type="presOf" srcId="{448346F4-D8F9-41B6-AD9A-9D2279143733}" destId="{97467954-ED61-4349-A1AA-FCAF57F85157}" srcOrd="0" destOrd="3" presId="urn:microsoft.com/office/officeart/2005/8/layout/hList2"/>
    <dgm:cxn modelId="{789DC9B7-9624-4982-9336-E26E8D4F7E9A}" type="presOf" srcId="{E9E2694E-C460-4E78-B2BB-5D40D6279ED6}" destId="{8D392C07-1623-4E9A-B97B-4A99E95F7FAA}" srcOrd="0" destOrd="0" presId="urn:microsoft.com/office/officeart/2005/8/layout/hList2"/>
    <dgm:cxn modelId="{91DA65C1-A5A9-4125-BA25-F724E3813669}" type="presOf" srcId="{DED52927-C625-46CB-BE66-4A9FC2ED5507}" destId="{39312A7C-434D-4631-8233-14F426E92F29}" srcOrd="0" destOrd="2" presId="urn:microsoft.com/office/officeart/2005/8/layout/hList2"/>
    <dgm:cxn modelId="{28FB83C2-04D6-411E-8364-860803704790}" type="presOf" srcId="{90D5811A-5662-4D12-BA5C-31F9194E712F}" destId="{39312A7C-434D-4631-8233-14F426E92F29}" srcOrd="0" destOrd="0" presId="urn:microsoft.com/office/officeart/2005/8/layout/hList2"/>
    <dgm:cxn modelId="{FB7C8EC6-3D8C-4136-8575-914AB271609D}" srcId="{DAF6DCCA-F163-4424-B921-D920E5C4EBD8}" destId="{ADCDFFC7-5D4F-4071-9D68-80730E285859}" srcOrd="2" destOrd="0" parTransId="{E1958800-BF2F-4C79-8A42-CBC2F053C075}" sibTransId="{EBA9545A-26C8-4708-880B-8F62C96ECB94}"/>
    <dgm:cxn modelId="{4B5ADDD3-BD03-46AE-960A-6A121F0703B3}" srcId="{2B3B740C-7AB4-465D-820D-59C37C6823B8}" destId="{08C9B1A5-97B2-4472-B2BA-B3B6F657C9CB}" srcOrd="0" destOrd="0" parTransId="{E5E95DA3-89B2-481A-8D13-FEFF3D7108F1}" sibTransId="{592A09F0-A939-4804-9B03-230680A57418}"/>
    <dgm:cxn modelId="{5CD9D9D7-27CB-4ED3-8715-70F396B04F9C}" srcId="{E9E2694E-C460-4E78-B2BB-5D40D6279ED6}" destId="{90C3AD59-5E41-4F9A-BDF1-F0B56EB2C9AA}" srcOrd="1" destOrd="0" parTransId="{E1C80912-C186-4585-A1F4-426383DDABB3}" sibTransId="{84741ED4-B52C-4E28-9A3C-EA09769412DF}"/>
    <dgm:cxn modelId="{7E4AF8DB-16B4-4633-9B18-3CD2F67A9933}" type="presOf" srcId="{93F4D7EF-3F22-42AC-B77C-E6F1B73780CC}" destId="{A442D22B-3DC0-4B0B-A30C-3471AC687432}" srcOrd="0" destOrd="1" presId="urn:microsoft.com/office/officeart/2005/8/layout/hList2"/>
    <dgm:cxn modelId="{2ACC40DC-861C-41FB-85D1-3560CA0F4E61}" type="presOf" srcId="{9E53F7EF-0732-4527-B9C5-91F062BDB3C2}" destId="{56F7F1E3-0949-4F21-82C2-A6365F23C9FD}" srcOrd="0" destOrd="2" presId="urn:microsoft.com/office/officeart/2005/8/layout/hList2"/>
    <dgm:cxn modelId="{328287E5-C3BD-42BA-862B-600C61CA94B2}" type="presOf" srcId="{B1574EE9-944F-4E20-8D15-FBA3B9ECDA74}" destId="{E1CE943C-3FD9-4D64-8A61-16717EAC4940}" srcOrd="0" destOrd="2" presId="urn:microsoft.com/office/officeart/2005/8/layout/hList2"/>
    <dgm:cxn modelId="{B5AFCCF1-091C-4A1F-8B9F-B597126BC857}" type="presOf" srcId="{1B17BAC1-1501-4F56-BD5B-9D06D037BDE2}" destId="{97467954-ED61-4349-A1AA-FCAF57F85157}" srcOrd="0" destOrd="1" presId="urn:microsoft.com/office/officeart/2005/8/layout/hList2"/>
    <dgm:cxn modelId="{F3FA8FF3-400E-4191-9B21-44B21F34FF63}" type="presOf" srcId="{0FF0A3BE-4807-4320-A6E1-B6CC64A19E65}" destId="{56F7F1E3-0949-4F21-82C2-A6365F23C9FD}" srcOrd="0" destOrd="1" presId="urn:microsoft.com/office/officeart/2005/8/layout/hList2"/>
    <dgm:cxn modelId="{D359BBF4-F089-418F-813E-8BAB753D78E1}" srcId="{DAF6DCCA-F163-4424-B921-D920E5C4EBD8}" destId="{AF0F8929-08A7-4EDC-99C9-AD46FAC736C4}" srcOrd="0" destOrd="0" parTransId="{1D7772A0-1AA2-40E2-931C-D1C1E6FE377E}" sibTransId="{86D831FB-ADF6-44E5-947D-A5379C104C1B}"/>
    <dgm:cxn modelId="{399DC0F9-9EEE-41BE-AFC3-26C2B8B3F86F}" srcId="{E9E2694E-C460-4E78-B2BB-5D40D6279ED6}" destId="{2B3B740C-7AB4-465D-820D-59C37C6823B8}" srcOrd="4" destOrd="0" parTransId="{F4970B9D-056B-446D-BE5D-DAB695ECB305}" sibTransId="{83D355B5-F636-4ECD-9519-570208DB33D8}"/>
    <dgm:cxn modelId="{8FCE63FE-E44B-4C79-BCDE-C349570C2A6B}" type="presParOf" srcId="{8D392C07-1623-4E9A-B97B-4A99E95F7FAA}" destId="{90D15CD6-56FA-4180-A539-F9C9AB3D3915}" srcOrd="0" destOrd="0" presId="urn:microsoft.com/office/officeart/2005/8/layout/hList2"/>
    <dgm:cxn modelId="{B0B762DA-7387-4252-9CF3-026EF6E165F6}" type="presParOf" srcId="{90D15CD6-56FA-4180-A539-F9C9AB3D3915}" destId="{0FCB8158-06DA-4782-A98D-3F25C21231E4}" srcOrd="0" destOrd="0" presId="urn:microsoft.com/office/officeart/2005/8/layout/hList2"/>
    <dgm:cxn modelId="{1562F63B-DD41-4C10-A74C-79BF2ACEC9E4}" type="presParOf" srcId="{90D15CD6-56FA-4180-A539-F9C9AB3D3915}" destId="{39312A7C-434D-4631-8233-14F426E92F29}" srcOrd="1" destOrd="0" presId="urn:microsoft.com/office/officeart/2005/8/layout/hList2"/>
    <dgm:cxn modelId="{07997710-5903-4A9C-83C5-EA63379EB60C}" type="presParOf" srcId="{90D15CD6-56FA-4180-A539-F9C9AB3D3915}" destId="{615E3090-EE9C-44D6-8F36-9741076BF2BA}" srcOrd="2" destOrd="0" presId="urn:microsoft.com/office/officeart/2005/8/layout/hList2"/>
    <dgm:cxn modelId="{87923FBB-18A1-416D-8C93-663933404861}" type="presParOf" srcId="{8D392C07-1623-4E9A-B97B-4A99E95F7FAA}" destId="{6F2B2D4D-276D-4201-9DDB-E8BAF44B0C48}" srcOrd="1" destOrd="0" presId="urn:microsoft.com/office/officeart/2005/8/layout/hList2"/>
    <dgm:cxn modelId="{E25BAC06-93B3-4F8E-AD92-B3E1BEA31E4C}" type="presParOf" srcId="{8D392C07-1623-4E9A-B97B-4A99E95F7FAA}" destId="{2F7E863B-2ECF-462F-9260-F8E9882E8E45}" srcOrd="2" destOrd="0" presId="urn:microsoft.com/office/officeart/2005/8/layout/hList2"/>
    <dgm:cxn modelId="{54AD872D-B8C2-4FCE-8E47-CEEC7554024E}" type="presParOf" srcId="{2F7E863B-2ECF-462F-9260-F8E9882E8E45}" destId="{83CFC112-DECD-4C07-9540-64D244610ECF}" srcOrd="0" destOrd="0" presId="urn:microsoft.com/office/officeart/2005/8/layout/hList2"/>
    <dgm:cxn modelId="{EC90F7E1-50F5-43EB-8C24-9ECAE042BB33}" type="presParOf" srcId="{2F7E863B-2ECF-462F-9260-F8E9882E8E45}" destId="{56F7F1E3-0949-4F21-82C2-A6365F23C9FD}" srcOrd="1" destOrd="0" presId="urn:microsoft.com/office/officeart/2005/8/layout/hList2"/>
    <dgm:cxn modelId="{F61C125C-3975-4262-8C1A-9608F209FF68}" type="presParOf" srcId="{2F7E863B-2ECF-462F-9260-F8E9882E8E45}" destId="{1A538D82-873B-48D2-8C0A-A1904F7B2D59}" srcOrd="2" destOrd="0" presId="urn:microsoft.com/office/officeart/2005/8/layout/hList2"/>
    <dgm:cxn modelId="{66F61DBA-56AD-46BB-B154-D1961BBE1466}" type="presParOf" srcId="{8D392C07-1623-4E9A-B97B-4A99E95F7FAA}" destId="{6AB3B2DF-B682-4163-93EC-0831D26D85CE}" srcOrd="3" destOrd="0" presId="urn:microsoft.com/office/officeart/2005/8/layout/hList2"/>
    <dgm:cxn modelId="{FCCA13DC-4F5B-42F3-A37A-A9379E093377}" type="presParOf" srcId="{8D392C07-1623-4E9A-B97B-4A99E95F7FAA}" destId="{2E3BE4DC-64B2-40D5-B2DA-16B3567044FB}" srcOrd="4" destOrd="0" presId="urn:microsoft.com/office/officeart/2005/8/layout/hList2"/>
    <dgm:cxn modelId="{DD445A39-2D5B-4E37-ADF1-FA2E7F2A4754}" type="presParOf" srcId="{2E3BE4DC-64B2-40D5-B2DA-16B3567044FB}" destId="{2014F7FD-8BCF-4CC8-880C-C1DA32CCAC8A}" srcOrd="0" destOrd="0" presId="urn:microsoft.com/office/officeart/2005/8/layout/hList2"/>
    <dgm:cxn modelId="{2D9C90F1-7996-48DD-BCB9-8B067ADC0F70}" type="presParOf" srcId="{2E3BE4DC-64B2-40D5-B2DA-16B3567044FB}" destId="{8787B1A7-0097-4606-A141-4A9134770D21}" srcOrd="1" destOrd="0" presId="urn:microsoft.com/office/officeart/2005/8/layout/hList2"/>
    <dgm:cxn modelId="{C10461FC-D7C8-44DA-ABD1-0CFF3C3FF713}" type="presParOf" srcId="{2E3BE4DC-64B2-40D5-B2DA-16B3567044FB}" destId="{C45D8E8D-7745-4B62-8FD6-D4DB8EF32C3D}" srcOrd="2" destOrd="0" presId="urn:microsoft.com/office/officeart/2005/8/layout/hList2"/>
    <dgm:cxn modelId="{1092EAAE-3920-43BB-B678-84CAC1D3BCA8}" type="presParOf" srcId="{8D392C07-1623-4E9A-B97B-4A99E95F7FAA}" destId="{0FCA63EE-961A-4AD6-AC54-D70742C4355F}" srcOrd="5" destOrd="0" presId="urn:microsoft.com/office/officeart/2005/8/layout/hList2"/>
    <dgm:cxn modelId="{518F7A2F-DDD5-4F46-8FFE-FFDCE0AF7070}" type="presParOf" srcId="{8D392C07-1623-4E9A-B97B-4A99E95F7FAA}" destId="{CE0D7B81-D115-4D44-8565-0D73BA00B973}" srcOrd="6" destOrd="0" presId="urn:microsoft.com/office/officeart/2005/8/layout/hList2"/>
    <dgm:cxn modelId="{C6F1975C-24AB-416E-85AB-09F7999D12DD}" type="presParOf" srcId="{CE0D7B81-D115-4D44-8565-0D73BA00B973}" destId="{A128537A-83BB-4A23-BC2C-EA256DDBCF44}" srcOrd="0" destOrd="0" presId="urn:microsoft.com/office/officeart/2005/8/layout/hList2"/>
    <dgm:cxn modelId="{C2101425-2E22-4F90-83BA-94E7414FC709}" type="presParOf" srcId="{CE0D7B81-D115-4D44-8565-0D73BA00B973}" destId="{A442D22B-3DC0-4B0B-A30C-3471AC687432}" srcOrd="1" destOrd="0" presId="urn:microsoft.com/office/officeart/2005/8/layout/hList2"/>
    <dgm:cxn modelId="{A71931F9-539D-4345-9A79-C6A306133DF5}" type="presParOf" srcId="{CE0D7B81-D115-4D44-8565-0D73BA00B973}" destId="{ADA31740-9D61-4F86-B505-88F1ED33532E}" srcOrd="2" destOrd="0" presId="urn:microsoft.com/office/officeart/2005/8/layout/hList2"/>
    <dgm:cxn modelId="{42A3C231-952D-4841-9370-0A2B6D075C1F}" type="presParOf" srcId="{8D392C07-1623-4E9A-B97B-4A99E95F7FAA}" destId="{DEF62BC3-A42E-4DDC-9B12-5A26C2A5CDDE}" srcOrd="7" destOrd="0" presId="urn:microsoft.com/office/officeart/2005/8/layout/hList2"/>
    <dgm:cxn modelId="{064BD0A8-E6DC-49E0-80C9-8B3DDAA4FE18}" type="presParOf" srcId="{8D392C07-1623-4E9A-B97B-4A99E95F7FAA}" destId="{B5BA1005-20FD-4C0B-A294-40FE0B49E356}" srcOrd="8" destOrd="0" presId="urn:microsoft.com/office/officeart/2005/8/layout/hList2"/>
    <dgm:cxn modelId="{62C2E1F3-546C-4140-952E-A9B193CE086F}" type="presParOf" srcId="{B5BA1005-20FD-4C0B-A294-40FE0B49E356}" destId="{1865DD31-9F52-426E-8166-F4E3CECAF645}" srcOrd="0" destOrd="0" presId="urn:microsoft.com/office/officeart/2005/8/layout/hList2"/>
    <dgm:cxn modelId="{81FC5DE3-9FA5-4D0C-AAAE-76AB15059F00}" type="presParOf" srcId="{B5BA1005-20FD-4C0B-A294-40FE0B49E356}" destId="{97467954-ED61-4349-A1AA-FCAF57F85157}" srcOrd="1" destOrd="0" presId="urn:microsoft.com/office/officeart/2005/8/layout/hList2"/>
    <dgm:cxn modelId="{1946CA27-FDE6-42B4-82E0-5A93FC0BF816}" type="presParOf" srcId="{B5BA1005-20FD-4C0B-A294-40FE0B49E356}" destId="{15C73F70-919B-4675-A7F2-0BFF2C572780}" srcOrd="2" destOrd="0" presId="urn:microsoft.com/office/officeart/2005/8/layout/hList2"/>
    <dgm:cxn modelId="{318DBAD8-E224-4CA0-B2A0-D30567EDB616}" type="presParOf" srcId="{8D392C07-1623-4E9A-B97B-4A99E95F7FAA}" destId="{A0B8D988-95BF-4F87-8ADE-55AB47B6B904}" srcOrd="9" destOrd="0" presId="urn:microsoft.com/office/officeart/2005/8/layout/hList2"/>
    <dgm:cxn modelId="{D83F8081-20E2-4BBB-A256-C51600A3B0EC}" type="presParOf" srcId="{8D392C07-1623-4E9A-B97B-4A99E95F7FAA}" destId="{D120A8E3-1EE3-4467-9740-865A1F96AD5D}" srcOrd="10" destOrd="0" presId="urn:microsoft.com/office/officeart/2005/8/layout/hList2"/>
    <dgm:cxn modelId="{0D238953-CEFE-45D5-A6A3-AB1434CB3693}" type="presParOf" srcId="{D120A8E3-1EE3-4467-9740-865A1F96AD5D}" destId="{ABC27B91-BD42-4130-96CF-55B78F010979}" srcOrd="0" destOrd="0" presId="urn:microsoft.com/office/officeart/2005/8/layout/hList2"/>
    <dgm:cxn modelId="{1A5BEE5A-2A89-4933-B141-86E91C272CA1}" type="presParOf" srcId="{D120A8E3-1EE3-4467-9740-865A1F96AD5D}" destId="{E1CE943C-3FD9-4D64-8A61-16717EAC4940}" srcOrd="1" destOrd="0" presId="urn:microsoft.com/office/officeart/2005/8/layout/hList2"/>
    <dgm:cxn modelId="{778F458A-4E83-4DD9-BACF-1DEC103E511C}" type="presParOf" srcId="{D120A8E3-1EE3-4467-9740-865A1F96AD5D}" destId="{8F837EEC-E2A6-41B6-9C7D-14EA9CCA694B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0100F4-A90E-4BA5-9856-ECF62409F50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AB6306C5-CFA0-45FE-AB69-DFFFC1AEA830}">
      <dgm:prSet phldrT="[Text]"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Data Collection 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Sensors capture air quality</a:t>
          </a:r>
        </a:p>
      </dgm:t>
    </dgm:pt>
    <dgm:pt modelId="{D412D75C-2895-45B3-A3D1-5B9C2BBF4A49}" type="parTrans" cxnId="{C04A3007-80A3-406E-97E1-D3F0042C444F}">
      <dgm:prSet/>
      <dgm:spPr/>
      <dgm:t>
        <a:bodyPr/>
        <a:lstStyle/>
        <a:p>
          <a:endParaRPr lang="en-IN"/>
        </a:p>
      </dgm:t>
    </dgm:pt>
    <dgm:pt modelId="{0FFDBCDD-7858-41A9-BE7C-0411302C30C6}" type="sibTrans" cxnId="{C04A3007-80A3-406E-97E1-D3F0042C444F}">
      <dgm:prSet/>
      <dgm:spPr/>
      <dgm:t>
        <a:bodyPr/>
        <a:lstStyle/>
        <a:p>
          <a:endParaRPr lang="en-IN"/>
        </a:p>
      </dgm:t>
    </dgm:pt>
    <dgm:pt modelId="{1B06856B-21D3-4E6F-8C03-50D950568ABE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Processing </a:t>
          </a:r>
          <a:r>
            <a:rPr lang="en-IN"/>
            <a:t>ESP32 processes data</a:t>
          </a:r>
          <a:endParaRPr lang="en-IN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24B5A9-BEB1-4EE3-8B0E-54E91C78BBA8}" type="parTrans" cxnId="{F94096A5-78DC-4061-9ABE-18C2CE536F29}">
      <dgm:prSet/>
      <dgm:spPr/>
      <dgm:t>
        <a:bodyPr/>
        <a:lstStyle/>
        <a:p>
          <a:endParaRPr lang="en-IN"/>
        </a:p>
      </dgm:t>
    </dgm:pt>
    <dgm:pt modelId="{14EDC3A7-485F-4C39-BF28-2BCCCE1EFF80}" type="sibTrans" cxnId="{F94096A5-78DC-4061-9ABE-18C2CE536F29}">
      <dgm:prSet/>
      <dgm:spPr/>
      <dgm:t>
        <a:bodyPr/>
        <a:lstStyle/>
        <a:p>
          <a:endParaRPr lang="en-IN"/>
        </a:p>
      </dgm:t>
    </dgm:pt>
    <dgm:pt modelId="{3D7168F1-0C70-4A45-8F2B-4192F1C77359}">
      <dgm:prSet phldrT="[Text]"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Transmission </a:t>
          </a:r>
          <a:r>
            <a:rPr lang="en-US" b="0">
              <a:latin typeface="Times New Roman" panose="02020603050405020304" pitchFamily="18" charset="0"/>
              <a:cs typeface="Times New Roman" panose="02020603050405020304" pitchFamily="18" charset="0"/>
            </a:rPr>
            <a:t>Data sent to </a:t>
          </a:r>
          <a:r>
            <a:rPr lang="en-IN"/>
            <a:t>Cloud)</a:t>
          </a:r>
          <a:endParaRPr lang="en-IN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01E92-809D-406B-9087-4B3F7C84D73F}" type="parTrans" cxnId="{0B292AF7-08BB-4860-81B5-93E8180963D6}">
      <dgm:prSet/>
      <dgm:spPr/>
      <dgm:t>
        <a:bodyPr/>
        <a:lstStyle/>
        <a:p>
          <a:endParaRPr lang="en-IN"/>
        </a:p>
      </dgm:t>
    </dgm:pt>
    <dgm:pt modelId="{31C25DA0-C8E8-4B84-84F9-3623406ED203}" type="sibTrans" cxnId="{0B292AF7-08BB-4860-81B5-93E8180963D6}">
      <dgm:prSet/>
      <dgm:spPr/>
      <dgm:t>
        <a:bodyPr/>
        <a:lstStyle/>
        <a:p>
          <a:endParaRPr lang="en-IN"/>
        </a:p>
      </dgm:t>
    </dgm:pt>
    <dgm:pt modelId="{9F834099-01FF-457D-A3C3-F4C8E77F8E4A}">
      <dgm:prSet phldrT="[Text]"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Visualization</a:t>
          </a:r>
          <a:r>
            <a:rPr lang="en-IN"/>
            <a:t>Dashboard displays data</a:t>
          </a:r>
          <a:endParaRPr lang="en-IN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6CB206-B149-4DA9-A06D-C8FEE3CBAB5A}" type="parTrans" cxnId="{A6D61258-7651-47E1-BB6F-874F4F04006B}">
      <dgm:prSet/>
      <dgm:spPr/>
      <dgm:t>
        <a:bodyPr/>
        <a:lstStyle/>
        <a:p>
          <a:endParaRPr lang="en-IN"/>
        </a:p>
      </dgm:t>
    </dgm:pt>
    <dgm:pt modelId="{027E6199-3237-4E71-A392-70B1DAEB8BBD}" type="sibTrans" cxnId="{A6D61258-7651-47E1-BB6F-874F4F04006B}">
      <dgm:prSet/>
      <dgm:spPr/>
      <dgm:t>
        <a:bodyPr/>
        <a:lstStyle/>
        <a:p>
          <a:endParaRPr lang="en-IN"/>
        </a:p>
      </dgm:t>
    </dgm:pt>
    <dgm:pt modelId="{3370B7F0-ADF3-4C7E-AE95-99AFCE62EC01}">
      <dgm:prSet phldrT="[Text]"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Alerts  </a:t>
          </a:r>
          <a:r>
            <a:rPr lang="en-IN"/>
            <a:t>Triggered when limits exceed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b="1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DE3FD3-F9CB-4068-924D-3099FBB46B8A}" type="sibTrans" cxnId="{F8406E33-807B-43F9-A1D3-497B479E5029}">
      <dgm:prSet/>
      <dgm:spPr/>
      <dgm:t>
        <a:bodyPr/>
        <a:lstStyle/>
        <a:p>
          <a:endParaRPr lang="en-IN"/>
        </a:p>
      </dgm:t>
    </dgm:pt>
    <dgm:pt modelId="{2EFEFCA2-6AF5-4D89-9EA8-01D1DF958D5D}" type="parTrans" cxnId="{F8406E33-807B-43F9-A1D3-497B479E5029}">
      <dgm:prSet/>
      <dgm:spPr/>
      <dgm:t>
        <a:bodyPr/>
        <a:lstStyle/>
        <a:p>
          <a:endParaRPr lang="en-IN"/>
        </a:p>
      </dgm:t>
    </dgm:pt>
    <dgm:pt modelId="{B85D8E9C-D9D3-4F3D-8D29-EC44CC9DBFEF}" type="pres">
      <dgm:prSet presAssocID="{450100F4-A90E-4BA5-9856-ECF62409F500}" presName="outerComposite" presStyleCnt="0">
        <dgm:presLayoutVars>
          <dgm:chMax val="5"/>
          <dgm:dir/>
          <dgm:resizeHandles val="exact"/>
        </dgm:presLayoutVars>
      </dgm:prSet>
      <dgm:spPr/>
    </dgm:pt>
    <dgm:pt modelId="{249F5AE5-7301-4383-9C4C-4D07CDA8CB15}" type="pres">
      <dgm:prSet presAssocID="{450100F4-A90E-4BA5-9856-ECF62409F500}" presName="dummyMaxCanvas" presStyleCnt="0">
        <dgm:presLayoutVars/>
      </dgm:prSet>
      <dgm:spPr/>
    </dgm:pt>
    <dgm:pt modelId="{DB11C528-8E19-4B86-B3C7-38F3168CDDA5}" type="pres">
      <dgm:prSet presAssocID="{450100F4-A90E-4BA5-9856-ECF62409F500}" presName="FiveNodes_1" presStyleLbl="node1" presStyleIdx="0" presStyleCnt="5">
        <dgm:presLayoutVars>
          <dgm:bulletEnabled val="1"/>
        </dgm:presLayoutVars>
      </dgm:prSet>
      <dgm:spPr/>
    </dgm:pt>
    <dgm:pt modelId="{6365456E-B74C-44C7-8B03-278F4D761272}" type="pres">
      <dgm:prSet presAssocID="{450100F4-A90E-4BA5-9856-ECF62409F500}" presName="FiveNodes_2" presStyleLbl="node1" presStyleIdx="1" presStyleCnt="5">
        <dgm:presLayoutVars>
          <dgm:bulletEnabled val="1"/>
        </dgm:presLayoutVars>
      </dgm:prSet>
      <dgm:spPr/>
    </dgm:pt>
    <dgm:pt modelId="{C1698737-2181-4557-AEF8-415B5A5C932D}" type="pres">
      <dgm:prSet presAssocID="{450100F4-A90E-4BA5-9856-ECF62409F500}" presName="FiveNodes_3" presStyleLbl="node1" presStyleIdx="2" presStyleCnt="5">
        <dgm:presLayoutVars>
          <dgm:bulletEnabled val="1"/>
        </dgm:presLayoutVars>
      </dgm:prSet>
      <dgm:spPr/>
    </dgm:pt>
    <dgm:pt modelId="{F55D730D-6ABC-4A50-AD00-C291D5B599F9}" type="pres">
      <dgm:prSet presAssocID="{450100F4-A90E-4BA5-9856-ECF62409F500}" presName="FiveNodes_4" presStyleLbl="node1" presStyleIdx="3" presStyleCnt="5">
        <dgm:presLayoutVars>
          <dgm:bulletEnabled val="1"/>
        </dgm:presLayoutVars>
      </dgm:prSet>
      <dgm:spPr/>
    </dgm:pt>
    <dgm:pt modelId="{A0C78DD5-5650-413F-B57C-CB4F452589C8}" type="pres">
      <dgm:prSet presAssocID="{450100F4-A90E-4BA5-9856-ECF62409F500}" presName="FiveNodes_5" presStyleLbl="node1" presStyleIdx="4" presStyleCnt="5">
        <dgm:presLayoutVars>
          <dgm:bulletEnabled val="1"/>
        </dgm:presLayoutVars>
      </dgm:prSet>
      <dgm:spPr/>
    </dgm:pt>
    <dgm:pt modelId="{4378F9AE-2AD7-4730-96F5-99D08FDDDF8A}" type="pres">
      <dgm:prSet presAssocID="{450100F4-A90E-4BA5-9856-ECF62409F500}" presName="FiveConn_1-2" presStyleLbl="fgAccFollowNode1" presStyleIdx="0" presStyleCnt="4">
        <dgm:presLayoutVars>
          <dgm:bulletEnabled val="1"/>
        </dgm:presLayoutVars>
      </dgm:prSet>
      <dgm:spPr/>
    </dgm:pt>
    <dgm:pt modelId="{8A0396B2-3B1F-44A3-AE60-C1DB3876727C}" type="pres">
      <dgm:prSet presAssocID="{450100F4-A90E-4BA5-9856-ECF62409F500}" presName="FiveConn_2-3" presStyleLbl="fgAccFollowNode1" presStyleIdx="1" presStyleCnt="4">
        <dgm:presLayoutVars>
          <dgm:bulletEnabled val="1"/>
        </dgm:presLayoutVars>
      </dgm:prSet>
      <dgm:spPr/>
    </dgm:pt>
    <dgm:pt modelId="{9D3370AD-AE61-48D8-AA0D-9AC124B920B8}" type="pres">
      <dgm:prSet presAssocID="{450100F4-A90E-4BA5-9856-ECF62409F500}" presName="FiveConn_3-4" presStyleLbl="fgAccFollowNode1" presStyleIdx="2" presStyleCnt="4">
        <dgm:presLayoutVars>
          <dgm:bulletEnabled val="1"/>
        </dgm:presLayoutVars>
      </dgm:prSet>
      <dgm:spPr/>
    </dgm:pt>
    <dgm:pt modelId="{2F10F28B-018B-407C-A676-46315AE7DECB}" type="pres">
      <dgm:prSet presAssocID="{450100F4-A90E-4BA5-9856-ECF62409F500}" presName="FiveConn_4-5" presStyleLbl="fgAccFollowNode1" presStyleIdx="3" presStyleCnt="4">
        <dgm:presLayoutVars>
          <dgm:bulletEnabled val="1"/>
        </dgm:presLayoutVars>
      </dgm:prSet>
      <dgm:spPr/>
    </dgm:pt>
    <dgm:pt modelId="{9F17FB31-018E-4CCA-9C35-9D72E4C84430}" type="pres">
      <dgm:prSet presAssocID="{450100F4-A90E-4BA5-9856-ECF62409F500}" presName="FiveNodes_1_text" presStyleLbl="node1" presStyleIdx="4" presStyleCnt="5">
        <dgm:presLayoutVars>
          <dgm:bulletEnabled val="1"/>
        </dgm:presLayoutVars>
      </dgm:prSet>
      <dgm:spPr/>
    </dgm:pt>
    <dgm:pt modelId="{81BF93F9-0105-40DE-A8A3-0384AFCDCB5A}" type="pres">
      <dgm:prSet presAssocID="{450100F4-A90E-4BA5-9856-ECF62409F500}" presName="FiveNodes_2_text" presStyleLbl="node1" presStyleIdx="4" presStyleCnt="5">
        <dgm:presLayoutVars>
          <dgm:bulletEnabled val="1"/>
        </dgm:presLayoutVars>
      </dgm:prSet>
      <dgm:spPr/>
    </dgm:pt>
    <dgm:pt modelId="{3E9300E6-2A40-42F3-9020-2E785CC98D88}" type="pres">
      <dgm:prSet presAssocID="{450100F4-A90E-4BA5-9856-ECF62409F500}" presName="FiveNodes_3_text" presStyleLbl="node1" presStyleIdx="4" presStyleCnt="5">
        <dgm:presLayoutVars>
          <dgm:bulletEnabled val="1"/>
        </dgm:presLayoutVars>
      </dgm:prSet>
      <dgm:spPr/>
    </dgm:pt>
    <dgm:pt modelId="{6EBBB6EE-0A09-4D70-B3D8-DCDF4FF33BE6}" type="pres">
      <dgm:prSet presAssocID="{450100F4-A90E-4BA5-9856-ECF62409F500}" presName="FiveNodes_4_text" presStyleLbl="node1" presStyleIdx="4" presStyleCnt="5">
        <dgm:presLayoutVars>
          <dgm:bulletEnabled val="1"/>
        </dgm:presLayoutVars>
      </dgm:prSet>
      <dgm:spPr/>
    </dgm:pt>
    <dgm:pt modelId="{E535EB45-2AC5-47EA-AFB6-F22009CE307D}" type="pres">
      <dgm:prSet presAssocID="{450100F4-A90E-4BA5-9856-ECF62409F50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04A3007-80A3-406E-97E1-D3F0042C444F}" srcId="{450100F4-A90E-4BA5-9856-ECF62409F500}" destId="{AB6306C5-CFA0-45FE-AB69-DFFFC1AEA830}" srcOrd="0" destOrd="0" parTransId="{D412D75C-2895-45B3-A3D1-5B9C2BBF4A49}" sibTransId="{0FFDBCDD-7858-41A9-BE7C-0411302C30C6}"/>
    <dgm:cxn modelId="{B9650F09-6204-42B4-82E5-94F65B10805C}" type="presOf" srcId="{3370B7F0-ADF3-4C7E-AE95-99AFCE62EC01}" destId="{E535EB45-2AC5-47EA-AFB6-F22009CE307D}" srcOrd="1" destOrd="0" presId="urn:microsoft.com/office/officeart/2005/8/layout/vProcess5"/>
    <dgm:cxn modelId="{D75CCF15-4598-412B-939F-25904242C4C7}" type="presOf" srcId="{AB6306C5-CFA0-45FE-AB69-DFFFC1AEA830}" destId="{9F17FB31-018E-4CCA-9C35-9D72E4C84430}" srcOrd="1" destOrd="0" presId="urn:microsoft.com/office/officeart/2005/8/layout/vProcess5"/>
    <dgm:cxn modelId="{F8406E33-807B-43F9-A1D3-497B479E5029}" srcId="{450100F4-A90E-4BA5-9856-ECF62409F500}" destId="{3370B7F0-ADF3-4C7E-AE95-99AFCE62EC01}" srcOrd="4" destOrd="0" parTransId="{2EFEFCA2-6AF5-4D89-9EA8-01D1DF958D5D}" sibTransId="{E2DE3FD3-F9CB-4068-924D-3099FBB46B8A}"/>
    <dgm:cxn modelId="{9B08205F-6E74-4C78-B6CD-4E193A7BA096}" type="presOf" srcId="{14EDC3A7-485F-4C39-BF28-2BCCCE1EFF80}" destId="{8A0396B2-3B1F-44A3-AE60-C1DB3876727C}" srcOrd="0" destOrd="0" presId="urn:microsoft.com/office/officeart/2005/8/layout/vProcess5"/>
    <dgm:cxn modelId="{7850E161-891E-4BB3-A165-0E1693BBCEE8}" type="presOf" srcId="{3370B7F0-ADF3-4C7E-AE95-99AFCE62EC01}" destId="{A0C78DD5-5650-413F-B57C-CB4F452589C8}" srcOrd="0" destOrd="0" presId="urn:microsoft.com/office/officeart/2005/8/layout/vProcess5"/>
    <dgm:cxn modelId="{0B62B343-6AB5-4388-810C-5353CE4A8FFF}" type="presOf" srcId="{3D7168F1-0C70-4A45-8F2B-4192F1C77359}" destId="{C1698737-2181-4557-AEF8-415B5A5C932D}" srcOrd="0" destOrd="0" presId="urn:microsoft.com/office/officeart/2005/8/layout/vProcess5"/>
    <dgm:cxn modelId="{8F8EC844-9C16-4ACF-98D2-68A2F37103C3}" type="presOf" srcId="{0FFDBCDD-7858-41A9-BE7C-0411302C30C6}" destId="{4378F9AE-2AD7-4730-96F5-99D08FDDDF8A}" srcOrd="0" destOrd="0" presId="urn:microsoft.com/office/officeart/2005/8/layout/vProcess5"/>
    <dgm:cxn modelId="{6D964A46-AEAD-490B-8530-F497A6BFCCAF}" type="presOf" srcId="{1B06856B-21D3-4E6F-8C03-50D950568ABE}" destId="{6365456E-B74C-44C7-8B03-278F4D761272}" srcOrd="0" destOrd="0" presId="urn:microsoft.com/office/officeart/2005/8/layout/vProcess5"/>
    <dgm:cxn modelId="{8555C04A-903E-43A8-89C9-5D003EA72F0B}" type="presOf" srcId="{31C25DA0-C8E8-4B84-84F9-3623406ED203}" destId="{9D3370AD-AE61-48D8-AA0D-9AC124B920B8}" srcOrd="0" destOrd="0" presId="urn:microsoft.com/office/officeart/2005/8/layout/vProcess5"/>
    <dgm:cxn modelId="{C20C5873-2D55-4D9A-B1C9-5C20CA7A50B5}" type="presOf" srcId="{AB6306C5-CFA0-45FE-AB69-DFFFC1AEA830}" destId="{DB11C528-8E19-4B86-B3C7-38F3168CDDA5}" srcOrd="0" destOrd="0" presId="urn:microsoft.com/office/officeart/2005/8/layout/vProcess5"/>
    <dgm:cxn modelId="{A6D61258-7651-47E1-BB6F-874F4F04006B}" srcId="{450100F4-A90E-4BA5-9856-ECF62409F500}" destId="{9F834099-01FF-457D-A3C3-F4C8E77F8E4A}" srcOrd="3" destOrd="0" parTransId="{C56CB206-B149-4DA9-A06D-C8FEE3CBAB5A}" sibTransId="{027E6199-3237-4E71-A392-70B1DAEB8BBD}"/>
    <dgm:cxn modelId="{861CD182-D90D-4A43-B9BC-BEBF499CD1ED}" type="presOf" srcId="{450100F4-A90E-4BA5-9856-ECF62409F500}" destId="{B85D8E9C-D9D3-4F3D-8D29-EC44CC9DBFEF}" srcOrd="0" destOrd="0" presId="urn:microsoft.com/office/officeart/2005/8/layout/vProcess5"/>
    <dgm:cxn modelId="{5967388A-7058-469E-8C8C-4E488988E76F}" type="presOf" srcId="{9F834099-01FF-457D-A3C3-F4C8E77F8E4A}" destId="{6EBBB6EE-0A09-4D70-B3D8-DCDF4FF33BE6}" srcOrd="1" destOrd="0" presId="urn:microsoft.com/office/officeart/2005/8/layout/vProcess5"/>
    <dgm:cxn modelId="{A39AEB8F-662C-47F2-B6D6-19C8DF20BFAC}" type="presOf" srcId="{3D7168F1-0C70-4A45-8F2B-4192F1C77359}" destId="{3E9300E6-2A40-42F3-9020-2E785CC98D88}" srcOrd="1" destOrd="0" presId="urn:microsoft.com/office/officeart/2005/8/layout/vProcess5"/>
    <dgm:cxn modelId="{CA5DDDA2-98FE-4D0A-818A-5BD4FF9B386A}" type="presOf" srcId="{1B06856B-21D3-4E6F-8C03-50D950568ABE}" destId="{81BF93F9-0105-40DE-A8A3-0384AFCDCB5A}" srcOrd="1" destOrd="0" presId="urn:microsoft.com/office/officeart/2005/8/layout/vProcess5"/>
    <dgm:cxn modelId="{F94096A5-78DC-4061-9ABE-18C2CE536F29}" srcId="{450100F4-A90E-4BA5-9856-ECF62409F500}" destId="{1B06856B-21D3-4E6F-8C03-50D950568ABE}" srcOrd="1" destOrd="0" parTransId="{DA24B5A9-BEB1-4EE3-8B0E-54E91C78BBA8}" sibTransId="{14EDC3A7-485F-4C39-BF28-2BCCCE1EFF80}"/>
    <dgm:cxn modelId="{7E4685B6-B181-4013-AD2A-67EB8FF9718D}" type="presOf" srcId="{027E6199-3237-4E71-A392-70B1DAEB8BBD}" destId="{2F10F28B-018B-407C-A676-46315AE7DECB}" srcOrd="0" destOrd="0" presId="urn:microsoft.com/office/officeart/2005/8/layout/vProcess5"/>
    <dgm:cxn modelId="{992ABBBA-BDC7-4BE6-BC4A-8BBFF772FA18}" type="presOf" srcId="{9F834099-01FF-457D-A3C3-F4C8E77F8E4A}" destId="{F55D730D-6ABC-4A50-AD00-C291D5B599F9}" srcOrd="0" destOrd="0" presId="urn:microsoft.com/office/officeart/2005/8/layout/vProcess5"/>
    <dgm:cxn modelId="{0B292AF7-08BB-4860-81B5-93E8180963D6}" srcId="{450100F4-A90E-4BA5-9856-ECF62409F500}" destId="{3D7168F1-0C70-4A45-8F2B-4192F1C77359}" srcOrd="2" destOrd="0" parTransId="{66901E92-809D-406B-9087-4B3F7C84D73F}" sibTransId="{31C25DA0-C8E8-4B84-84F9-3623406ED203}"/>
    <dgm:cxn modelId="{EAC2DE9B-C0C0-49DF-A0EA-CD354E5704DF}" type="presParOf" srcId="{B85D8E9C-D9D3-4F3D-8D29-EC44CC9DBFEF}" destId="{249F5AE5-7301-4383-9C4C-4D07CDA8CB15}" srcOrd="0" destOrd="0" presId="urn:microsoft.com/office/officeart/2005/8/layout/vProcess5"/>
    <dgm:cxn modelId="{57F4612C-D273-494F-A4A7-B92F387D449F}" type="presParOf" srcId="{B85D8E9C-D9D3-4F3D-8D29-EC44CC9DBFEF}" destId="{DB11C528-8E19-4B86-B3C7-38F3168CDDA5}" srcOrd="1" destOrd="0" presId="urn:microsoft.com/office/officeart/2005/8/layout/vProcess5"/>
    <dgm:cxn modelId="{6148E71F-4611-4113-B218-ED6FD1430A07}" type="presParOf" srcId="{B85D8E9C-D9D3-4F3D-8D29-EC44CC9DBFEF}" destId="{6365456E-B74C-44C7-8B03-278F4D761272}" srcOrd="2" destOrd="0" presId="urn:microsoft.com/office/officeart/2005/8/layout/vProcess5"/>
    <dgm:cxn modelId="{393D07FF-7FF0-4E66-8659-589FAFA2069F}" type="presParOf" srcId="{B85D8E9C-D9D3-4F3D-8D29-EC44CC9DBFEF}" destId="{C1698737-2181-4557-AEF8-415B5A5C932D}" srcOrd="3" destOrd="0" presId="urn:microsoft.com/office/officeart/2005/8/layout/vProcess5"/>
    <dgm:cxn modelId="{38A17DD7-AFB7-43FF-BB6A-AD7D88C7A055}" type="presParOf" srcId="{B85D8E9C-D9D3-4F3D-8D29-EC44CC9DBFEF}" destId="{F55D730D-6ABC-4A50-AD00-C291D5B599F9}" srcOrd="4" destOrd="0" presId="urn:microsoft.com/office/officeart/2005/8/layout/vProcess5"/>
    <dgm:cxn modelId="{10F1627F-DD96-4B73-9A60-71BB3474C0C1}" type="presParOf" srcId="{B85D8E9C-D9D3-4F3D-8D29-EC44CC9DBFEF}" destId="{A0C78DD5-5650-413F-B57C-CB4F452589C8}" srcOrd="5" destOrd="0" presId="urn:microsoft.com/office/officeart/2005/8/layout/vProcess5"/>
    <dgm:cxn modelId="{8C796E46-B5FC-48FE-BBDE-C2C48B183682}" type="presParOf" srcId="{B85D8E9C-D9D3-4F3D-8D29-EC44CC9DBFEF}" destId="{4378F9AE-2AD7-4730-96F5-99D08FDDDF8A}" srcOrd="6" destOrd="0" presId="urn:microsoft.com/office/officeart/2005/8/layout/vProcess5"/>
    <dgm:cxn modelId="{CB55326D-142E-4007-B719-32FAFDC0425B}" type="presParOf" srcId="{B85D8E9C-D9D3-4F3D-8D29-EC44CC9DBFEF}" destId="{8A0396B2-3B1F-44A3-AE60-C1DB3876727C}" srcOrd="7" destOrd="0" presId="urn:microsoft.com/office/officeart/2005/8/layout/vProcess5"/>
    <dgm:cxn modelId="{4F2038CD-5650-409D-8A4E-B1513D16A710}" type="presParOf" srcId="{B85D8E9C-D9D3-4F3D-8D29-EC44CC9DBFEF}" destId="{9D3370AD-AE61-48D8-AA0D-9AC124B920B8}" srcOrd="8" destOrd="0" presId="urn:microsoft.com/office/officeart/2005/8/layout/vProcess5"/>
    <dgm:cxn modelId="{247C5C09-5058-46F4-8640-53815DCB5791}" type="presParOf" srcId="{B85D8E9C-D9D3-4F3D-8D29-EC44CC9DBFEF}" destId="{2F10F28B-018B-407C-A676-46315AE7DECB}" srcOrd="9" destOrd="0" presId="urn:microsoft.com/office/officeart/2005/8/layout/vProcess5"/>
    <dgm:cxn modelId="{072DE94E-E2F6-4334-98A5-BCF121DD6FF4}" type="presParOf" srcId="{B85D8E9C-D9D3-4F3D-8D29-EC44CC9DBFEF}" destId="{9F17FB31-018E-4CCA-9C35-9D72E4C84430}" srcOrd="10" destOrd="0" presId="urn:microsoft.com/office/officeart/2005/8/layout/vProcess5"/>
    <dgm:cxn modelId="{7F6BE347-99E7-4945-A47A-C624F2F9DA05}" type="presParOf" srcId="{B85D8E9C-D9D3-4F3D-8D29-EC44CC9DBFEF}" destId="{81BF93F9-0105-40DE-A8A3-0384AFCDCB5A}" srcOrd="11" destOrd="0" presId="urn:microsoft.com/office/officeart/2005/8/layout/vProcess5"/>
    <dgm:cxn modelId="{05354C53-6EE5-4142-A682-DD25ED6A7534}" type="presParOf" srcId="{B85D8E9C-D9D3-4F3D-8D29-EC44CC9DBFEF}" destId="{3E9300E6-2A40-42F3-9020-2E785CC98D88}" srcOrd="12" destOrd="0" presId="urn:microsoft.com/office/officeart/2005/8/layout/vProcess5"/>
    <dgm:cxn modelId="{DFA79ADC-345F-4985-89A4-3FD76B488716}" type="presParOf" srcId="{B85D8E9C-D9D3-4F3D-8D29-EC44CC9DBFEF}" destId="{6EBBB6EE-0A09-4D70-B3D8-DCDF4FF33BE6}" srcOrd="13" destOrd="0" presId="urn:microsoft.com/office/officeart/2005/8/layout/vProcess5"/>
    <dgm:cxn modelId="{DCC3384C-7A21-46A9-83B2-1AAE5F10128F}" type="presParOf" srcId="{B85D8E9C-D9D3-4F3D-8D29-EC44CC9DBFEF}" destId="{E535EB45-2AC5-47EA-AFB6-F22009CE307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0639121-C69F-49E9-8983-FDB4835A751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FA945DBE-A886-4BDF-B3EA-55A5B0DCAAD8}">
      <dgm:prSet phldrT="[Text]"/>
      <dgm:spPr/>
      <dgm:t>
        <a:bodyPr/>
        <a:lstStyle/>
        <a:p>
          <a:pPr>
            <a:buNone/>
          </a:pPr>
          <a:r>
            <a:rPr lang="en-US" b="1" dirty="0"/>
            <a:t>Complete sensor integration</a:t>
          </a:r>
          <a:br>
            <a:rPr lang="en-US" dirty="0"/>
          </a:br>
          <a:r>
            <a:rPr lang="en-US" dirty="0"/>
            <a:t>Integrate all selected sensors with ESP32</a:t>
          </a:r>
          <a:endParaRPr lang="en-IN" dirty="0"/>
        </a:p>
      </dgm:t>
    </dgm:pt>
    <dgm:pt modelId="{45096E29-DBC3-4AF8-A70C-CA07DA0FCEA5}" type="parTrans" cxnId="{31D47E15-A7A9-4599-8692-F7CB55DE929B}">
      <dgm:prSet/>
      <dgm:spPr/>
      <dgm:t>
        <a:bodyPr/>
        <a:lstStyle/>
        <a:p>
          <a:endParaRPr lang="en-IN"/>
        </a:p>
      </dgm:t>
    </dgm:pt>
    <dgm:pt modelId="{AAFAC058-9F37-41E1-9248-B168E30D7737}" type="sibTrans" cxnId="{31D47E15-A7A9-4599-8692-F7CB55DE929B}">
      <dgm:prSet phldrT="1" phldr="0"/>
      <dgm:spPr/>
      <dgm:t>
        <a:bodyPr/>
        <a:lstStyle/>
        <a:p>
          <a:r>
            <a:rPr lang="en-IN"/>
            <a:t>1</a:t>
          </a:r>
        </a:p>
      </dgm:t>
    </dgm:pt>
    <dgm:pt modelId="{3D883582-D947-4813-9DE2-70C345165321}">
      <dgm:prSet/>
      <dgm:spPr/>
      <dgm:t>
        <a:bodyPr/>
        <a:lstStyle/>
        <a:p>
          <a:pPr>
            <a:buNone/>
          </a:pPr>
          <a:r>
            <a:rPr lang="en-US" b="1" dirty="0"/>
            <a:t>Connect dashboard with live data</a:t>
          </a:r>
          <a:br>
            <a:rPr lang="en-US" dirty="0"/>
          </a:br>
          <a:r>
            <a:rPr lang="en-US" dirty="0"/>
            <a:t>Replace sample data with real-time inputs</a:t>
          </a:r>
        </a:p>
      </dgm:t>
    </dgm:pt>
    <dgm:pt modelId="{1444FBF9-C4A9-4943-95F5-8F8ADFD0EAAB}" type="parTrans" cxnId="{CBEA3D78-D3F3-4D5B-A4A0-E0465C9D1E5A}">
      <dgm:prSet/>
      <dgm:spPr/>
      <dgm:t>
        <a:bodyPr/>
        <a:lstStyle/>
        <a:p>
          <a:endParaRPr lang="en-IN"/>
        </a:p>
      </dgm:t>
    </dgm:pt>
    <dgm:pt modelId="{2FC153DA-F1CF-46A0-8297-86189EC766A8}" type="sibTrans" cxnId="{CBEA3D78-D3F3-4D5B-A4A0-E0465C9D1E5A}">
      <dgm:prSet phldrT="2" phldr="0"/>
      <dgm:spPr/>
      <dgm:t>
        <a:bodyPr/>
        <a:lstStyle/>
        <a:p>
          <a:r>
            <a:rPr lang="en-IN"/>
            <a:t>2</a:t>
          </a:r>
        </a:p>
      </dgm:t>
    </dgm:pt>
    <dgm:pt modelId="{05655FA2-9528-4AA6-AA8C-F390B16FEF99}" type="pres">
      <dgm:prSet presAssocID="{60639121-C69F-49E9-8983-FDB4835A751A}" presName="Name0" presStyleCnt="0">
        <dgm:presLayoutVars>
          <dgm:animLvl val="lvl"/>
          <dgm:resizeHandles val="exact"/>
        </dgm:presLayoutVars>
      </dgm:prSet>
      <dgm:spPr/>
    </dgm:pt>
    <dgm:pt modelId="{7A450FFE-01A5-47DE-B6F6-0DCD81798D4D}" type="pres">
      <dgm:prSet presAssocID="{FA945DBE-A886-4BDF-B3EA-55A5B0DCAAD8}" presName="compositeNode" presStyleCnt="0">
        <dgm:presLayoutVars>
          <dgm:bulletEnabled val="1"/>
        </dgm:presLayoutVars>
      </dgm:prSet>
      <dgm:spPr/>
    </dgm:pt>
    <dgm:pt modelId="{FE78024A-4157-452B-BD62-ACDB6FB8367D}" type="pres">
      <dgm:prSet presAssocID="{FA945DBE-A886-4BDF-B3EA-55A5B0DCAAD8}" presName="bgRect" presStyleLbl="bgAccFollowNode1" presStyleIdx="0" presStyleCnt="2"/>
      <dgm:spPr/>
    </dgm:pt>
    <dgm:pt modelId="{767CD802-7576-4EFB-B5EE-6DF2797D289B}" type="pres">
      <dgm:prSet presAssocID="{AAFAC058-9F37-41E1-9248-B168E30D7737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79E3E213-73E8-4DD3-8933-CAAAAC6095AD}" type="pres">
      <dgm:prSet presAssocID="{FA945DBE-A886-4BDF-B3EA-55A5B0DCAAD8}" presName="bottomLine" presStyleLbl="alignNode1" presStyleIdx="1" presStyleCnt="4">
        <dgm:presLayoutVars/>
      </dgm:prSet>
      <dgm:spPr/>
    </dgm:pt>
    <dgm:pt modelId="{F836C058-F6A7-44A2-A088-F4C5909D35EA}" type="pres">
      <dgm:prSet presAssocID="{FA945DBE-A886-4BDF-B3EA-55A5B0DCAAD8}" presName="nodeText" presStyleLbl="bgAccFollowNode1" presStyleIdx="0" presStyleCnt="2">
        <dgm:presLayoutVars>
          <dgm:bulletEnabled val="1"/>
        </dgm:presLayoutVars>
      </dgm:prSet>
      <dgm:spPr/>
    </dgm:pt>
    <dgm:pt modelId="{7FD98B6A-847D-4FDB-9202-B15105AAC7DB}" type="pres">
      <dgm:prSet presAssocID="{AAFAC058-9F37-41E1-9248-B168E30D7737}" presName="sibTrans" presStyleCnt="0"/>
      <dgm:spPr/>
    </dgm:pt>
    <dgm:pt modelId="{495D4AB6-B067-4123-A357-9756902A882C}" type="pres">
      <dgm:prSet presAssocID="{3D883582-D947-4813-9DE2-70C345165321}" presName="compositeNode" presStyleCnt="0">
        <dgm:presLayoutVars>
          <dgm:bulletEnabled val="1"/>
        </dgm:presLayoutVars>
      </dgm:prSet>
      <dgm:spPr/>
    </dgm:pt>
    <dgm:pt modelId="{3A8A5459-1D9A-4176-ACBB-E9EA88DE088F}" type="pres">
      <dgm:prSet presAssocID="{3D883582-D947-4813-9DE2-70C345165321}" presName="bgRect" presStyleLbl="bgAccFollowNode1" presStyleIdx="1" presStyleCnt="2"/>
      <dgm:spPr/>
    </dgm:pt>
    <dgm:pt modelId="{6C5BA62C-1182-4721-8F6A-F32A8D5CEB12}" type="pres">
      <dgm:prSet presAssocID="{2FC153DA-F1CF-46A0-8297-86189EC766A8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DAA46C67-7496-4347-8201-9A4021894164}" type="pres">
      <dgm:prSet presAssocID="{3D883582-D947-4813-9DE2-70C345165321}" presName="bottomLine" presStyleLbl="alignNode1" presStyleIdx="3" presStyleCnt="4">
        <dgm:presLayoutVars/>
      </dgm:prSet>
      <dgm:spPr/>
    </dgm:pt>
    <dgm:pt modelId="{A3AF99C8-5E1B-4514-806F-5283AC803777}" type="pres">
      <dgm:prSet presAssocID="{3D883582-D947-4813-9DE2-70C345165321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31D47E15-A7A9-4599-8692-F7CB55DE929B}" srcId="{60639121-C69F-49E9-8983-FDB4835A751A}" destId="{FA945DBE-A886-4BDF-B3EA-55A5B0DCAAD8}" srcOrd="0" destOrd="0" parTransId="{45096E29-DBC3-4AF8-A70C-CA07DA0FCEA5}" sibTransId="{AAFAC058-9F37-41E1-9248-B168E30D7737}"/>
    <dgm:cxn modelId="{CBEA3D78-D3F3-4D5B-A4A0-E0465C9D1E5A}" srcId="{60639121-C69F-49E9-8983-FDB4835A751A}" destId="{3D883582-D947-4813-9DE2-70C345165321}" srcOrd="1" destOrd="0" parTransId="{1444FBF9-C4A9-4943-95F5-8F8ADFD0EAAB}" sibTransId="{2FC153DA-F1CF-46A0-8297-86189EC766A8}"/>
    <dgm:cxn modelId="{273AF581-B586-409F-8280-53603305DD2A}" type="presOf" srcId="{AAFAC058-9F37-41E1-9248-B168E30D7737}" destId="{767CD802-7576-4EFB-B5EE-6DF2797D289B}" srcOrd="0" destOrd="0" presId="urn:microsoft.com/office/officeart/2016/7/layout/BasicLinearProcessNumbered"/>
    <dgm:cxn modelId="{B6A7AAAF-9705-4C66-BB0D-B58E1800F8C1}" type="presOf" srcId="{FA945DBE-A886-4BDF-B3EA-55A5B0DCAAD8}" destId="{F836C058-F6A7-44A2-A088-F4C5909D35EA}" srcOrd="1" destOrd="0" presId="urn:microsoft.com/office/officeart/2016/7/layout/BasicLinearProcessNumbered"/>
    <dgm:cxn modelId="{78D6A8C0-F9CD-4227-9CFE-CED538DF0978}" type="presOf" srcId="{2FC153DA-F1CF-46A0-8297-86189EC766A8}" destId="{6C5BA62C-1182-4721-8F6A-F32A8D5CEB12}" srcOrd="0" destOrd="0" presId="urn:microsoft.com/office/officeart/2016/7/layout/BasicLinearProcessNumbered"/>
    <dgm:cxn modelId="{82FE63C8-889E-4367-B654-4E4FE3FC69A0}" type="presOf" srcId="{FA945DBE-A886-4BDF-B3EA-55A5B0DCAAD8}" destId="{FE78024A-4157-452B-BD62-ACDB6FB8367D}" srcOrd="0" destOrd="0" presId="urn:microsoft.com/office/officeart/2016/7/layout/BasicLinearProcessNumbered"/>
    <dgm:cxn modelId="{917727E8-7EDB-4727-9402-5DD96316D189}" type="presOf" srcId="{60639121-C69F-49E9-8983-FDB4835A751A}" destId="{05655FA2-9528-4AA6-AA8C-F390B16FEF99}" srcOrd="0" destOrd="0" presId="urn:microsoft.com/office/officeart/2016/7/layout/BasicLinearProcessNumbered"/>
    <dgm:cxn modelId="{11AB4DF9-2DA0-4004-A970-EB03DF7E0989}" type="presOf" srcId="{3D883582-D947-4813-9DE2-70C345165321}" destId="{3A8A5459-1D9A-4176-ACBB-E9EA88DE088F}" srcOrd="0" destOrd="0" presId="urn:microsoft.com/office/officeart/2016/7/layout/BasicLinearProcessNumbered"/>
    <dgm:cxn modelId="{3384EBFE-EB0A-48E0-B915-5B9ADFBFEC26}" type="presOf" srcId="{3D883582-D947-4813-9DE2-70C345165321}" destId="{A3AF99C8-5E1B-4514-806F-5283AC803777}" srcOrd="1" destOrd="0" presId="urn:microsoft.com/office/officeart/2016/7/layout/BasicLinearProcessNumbered"/>
    <dgm:cxn modelId="{A867D31F-575D-4FED-969F-BCD6FC5F10FA}" type="presParOf" srcId="{05655FA2-9528-4AA6-AA8C-F390B16FEF99}" destId="{7A450FFE-01A5-47DE-B6F6-0DCD81798D4D}" srcOrd="0" destOrd="0" presId="urn:microsoft.com/office/officeart/2016/7/layout/BasicLinearProcessNumbered"/>
    <dgm:cxn modelId="{198469BA-1108-4B43-8AD3-A402CA76F4C7}" type="presParOf" srcId="{7A450FFE-01A5-47DE-B6F6-0DCD81798D4D}" destId="{FE78024A-4157-452B-BD62-ACDB6FB8367D}" srcOrd="0" destOrd="0" presId="urn:microsoft.com/office/officeart/2016/7/layout/BasicLinearProcessNumbered"/>
    <dgm:cxn modelId="{8ABE780F-BD89-41EC-939A-0CE25FDC6969}" type="presParOf" srcId="{7A450FFE-01A5-47DE-B6F6-0DCD81798D4D}" destId="{767CD802-7576-4EFB-B5EE-6DF2797D289B}" srcOrd="1" destOrd="0" presId="urn:microsoft.com/office/officeart/2016/7/layout/BasicLinearProcessNumbered"/>
    <dgm:cxn modelId="{50A0FBAF-BC77-4F58-B59E-DDF4820EB657}" type="presParOf" srcId="{7A450FFE-01A5-47DE-B6F6-0DCD81798D4D}" destId="{79E3E213-73E8-4DD3-8933-CAAAAC6095AD}" srcOrd="2" destOrd="0" presId="urn:microsoft.com/office/officeart/2016/7/layout/BasicLinearProcessNumbered"/>
    <dgm:cxn modelId="{9A21C84D-FB52-4F2F-97D5-6BEEE4A4D21D}" type="presParOf" srcId="{7A450FFE-01A5-47DE-B6F6-0DCD81798D4D}" destId="{F836C058-F6A7-44A2-A088-F4C5909D35EA}" srcOrd="3" destOrd="0" presId="urn:microsoft.com/office/officeart/2016/7/layout/BasicLinearProcessNumbered"/>
    <dgm:cxn modelId="{4BD2F893-610A-479B-8A3B-4CD07C61917C}" type="presParOf" srcId="{05655FA2-9528-4AA6-AA8C-F390B16FEF99}" destId="{7FD98B6A-847D-4FDB-9202-B15105AAC7DB}" srcOrd="1" destOrd="0" presId="urn:microsoft.com/office/officeart/2016/7/layout/BasicLinearProcessNumbered"/>
    <dgm:cxn modelId="{9299E93F-86A2-4417-84C6-DFA6A29AD4A7}" type="presParOf" srcId="{05655FA2-9528-4AA6-AA8C-F390B16FEF99}" destId="{495D4AB6-B067-4123-A357-9756902A882C}" srcOrd="2" destOrd="0" presId="urn:microsoft.com/office/officeart/2016/7/layout/BasicLinearProcessNumbered"/>
    <dgm:cxn modelId="{2AA98CAD-B615-44EB-8186-C0E2D4BC2EFA}" type="presParOf" srcId="{495D4AB6-B067-4123-A357-9756902A882C}" destId="{3A8A5459-1D9A-4176-ACBB-E9EA88DE088F}" srcOrd="0" destOrd="0" presId="urn:microsoft.com/office/officeart/2016/7/layout/BasicLinearProcessNumbered"/>
    <dgm:cxn modelId="{237A3596-FEF2-45B3-B784-49DA34F9CA9E}" type="presParOf" srcId="{495D4AB6-B067-4123-A357-9756902A882C}" destId="{6C5BA62C-1182-4721-8F6A-F32A8D5CEB12}" srcOrd="1" destOrd="0" presId="urn:microsoft.com/office/officeart/2016/7/layout/BasicLinearProcessNumbered"/>
    <dgm:cxn modelId="{D6B00D80-418D-458E-8906-AF9BE4AEBE07}" type="presParOf" srcId="{495D4AB6-B067-4123-A357-9756902A882C}" destId="{DAA46C67-7496-4347-8201-9A4021894164}" srcOrd="2" destOrd="0" presId="urn:microsoft.com/office/officeart/2016/7/layout/BasicLinearProcessNumbered"/>
    <dgm:cxn modelId="{693D765F-3D62-4831-A255-6586417E8FB1}" type="presParOf" srcId="{495D4AB6-B067-4123-A357-9756902A882C}" destId="{A3AF99C8-5E1B-4514-806F-5283AC803777}" srcOrd="3" destOrd="0" presId="urn:microsoft.com/office/officeart/2016/7/layout/BasicLinearProcessNumbered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CE3EA-0FDB-47C1-8646-F1004C195C19}">
      <dsp:nvSpPr>
        <dsp:cNvPr id="0" name=""/>
        <dsp:cNvSpPr/>
      </dsp:nvSpPr>
      <dsp:spPr>
        <a:xfrm>
          <a:off x="1434414" y="1869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design and implement </a:t>
          </a:r>
          <a:r>
            <a:rPr lang="en-US" sz="1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AirShield</a:t>
          </a: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an IoT-based indoor air quality monitoring system for classrooms, hostels, and small indoor spaces.</a:t>
          </a:r>
        </a:p>
      </dsp:txBody>
      <dsp:txXfrm>
        <a:off x="1434414" y="1869"/>
        <a:ext cx="5737660" cy="968466"/>
      </dsp:txXfrm>
    </dsp:sp>
    <dsp:sp modelId="{4163FA11-8101-4552-89FA-EE99F192E05E}">
      <dsp:nvSpPr>
        <dsp:cNvPr id="0" name=""/>
        <dsp:cNvSpPr/>
      </dsp:nvSpPr>
      <dsp:spPr>
        <a:xfrm>
          <a:off x="0" y="1869"/>
          <a:ext cx="1434415" cy="9684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Design and implement</a:t>
          </a:r>
        </a:p>
      </dsp:txBody>
      <dsp:txXfrm>
        <a:off x="0" y="1869"/>
        <a:ext cx="1434415" cy="968466"/>
      </dsp:txXfrm>
    </dsp:sp>
    <dsp:sp modelId="{EE918686-2F9F-4744-B407-C630AFE46284}">
      <dsp:nvSpPr>
        <dsp:cNvPr id="0" name=""/>
        <dsp:cNvSpPr/>
      </dsp:nvSpPr>
      <dsp:spPr>
        <a:xfrm>
          <a:off x="1434415" y="1028444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continuously measure key parameters: CO₂, PM2.5, VOCs, temperature, and humidity.</a:t>
          </a:r>
        </a:p>
      </dsp:txBody>
      <dsp:txXfrm>
        <a:off x="1434415" y="1028444"/>
        <a:ext cx="5737660" cy="968466"/>
      </dsp:txXfrm>
    </dsp:sp>
    <dsp:sp modelId="{AFEEC447-8143-4CBF-9628-3995BD340322}">
      <dsp:nvSpPr>
        <dsp:cNvPr id="0" name=""/>
        <dsp:cNvSpPr/>
      </dsp:nvSpPr>
      <dsp:spPr>
        <a:xfrm>
          <a:off x="0" y="1028444"/>
          <a:ext cx="1434415" cy="968466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Measure</a:t>
          </a:r>
        </a:p>
      </dsp:txBody>
      <dsp:txXfrm>
        <a:off x="0" y="1028444"/>
        <a:ext cx="1434415" cy="968466"/>
      </dsp:txXfrm>
    </dsp:sp>
    <dsp:sp modelId="{6D6AA219-506C-4424-BE6D-93A753957172}">
      <dsp:nvSpPr>
        <dsp:cNvPr id="0" name=""/>
        <dsp:cNvSpPr/>
      </dsp:nvSpPr>
      <dsp:spPr>
        <a:xfrm>
          <a:off x="1434415" y="2055019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provide threshold-based alerts through LEDs, buzzers, and SMS/Telegram notifications when air quality is unsafe.</a:t>
          </a:r>
        </a:p>
      </dsp:txBody>
      <dsp:txXfrm>
        <a:off x="1434415" y="2055019"/>
        <a:ext cx="5737660" cy="968466"/>
      </dsp:txXfrm>
    </dsp:sp>
    <dsp:sp modelId="{121C7491-40E3-48A3-ACB6-0590BA1DA220}">
      <dsp:nvSpPr>
        <dsp:cNvPr id="0" name=""/>
        <dsp:cNvSpPr/>
      </dsp:nvSpPr>
      <dsp:spPr>
        <a:xfrm>
          <a:off x="0" y="2055019"/>
          <a:ext cx="1434415" cy="968466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</a:t>
          </a:r>
        </a:p>
      </dsp:txBody>
      <dsp:txXfrm>
        <a:off x="0" y="2055019"/>
        <a:ext cx="1434415" cy="968466"/>
      </dsp:txXfrm>
    </dsp:sp>
    <dsp:sp modelId="{A5C9F9D8-2DAF-4F34-A120-2C99A5A11667}">
      <dsp:nvSpPr>
        <dsp:cNvPr id="0" name=""/>
        <dsp:cNvSpPr/>
      </dsp:nvSpPr>
      <dsp:spPr>
        <a:xfrm>
          <a:off x="1434415" y="3081593"/>
          <a:ext cx="5737660" cy="96846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27" tIns="245991" rIns="111327" bIns="245991" numCol="1" spcCol="1270" anchor="ctr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display real-time data and historical trends on an interactive dashboard for easy monitoring.</a:t>
          </a:r>
        </a:p>
      </dsp:txBody>
      <dsp:txXfrm>
        <a:off x="1434415" y="3081593"/>
        <a:ext cx="5737660" cy="968466"/>
      </dsp:txXfrm>
    </dsp:sp>
    <dsp:sp modelId="{CDEC5814-6C6F-470E-AD59-959801C1A5C0}">
      <dsp:nvSpPr>
        <dsp:cNvPr id="0" name=""/>
        <dsp:cNvSpPr/>
      </dsp:nvSpPr>
      <dsp:spPr>
        <a:xfrm>
          <a:off x="0" y="3083463"/>
          <a:ext cx="1434415" cy="96846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904" tIns="95663" rIns="75904" bIns="9566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Display</a:t>
          </a:r>
        </a:p>
      </dsp:txBody>
      <dsp:txXfrm>
        <a:off x="0" y="3083463"/>
        <a:ext cx="1434415" cy="9684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9C769-06B9-4CA0-8F90-E7EAA9AD90BC}">
      <dsp:nvSpPr>
        <dsp:cNvPr id="0" name=""/>
        <dsp:cNvSpPr/>
      </dsp:nvSpPr>
      <dsp:spPr>
        <a:xfrm>
          <a:off x="-4919151" y="-754037"/>
          <a:ext cx="5860619" cy="5860619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FC4E4F-5D97-4417-B363-B5C73FFFEAA0}">
      <dsp:nvSpPr>
        <dsp:cNvPr id="0" name=""/>
        <dsp:cNvSpPr/>
      </dsp:nvSpPr>
      <dsp:spPr>
        <a:xfrm>
          <a:off x="305330" y="197866"/>
          <a:ext cx="10152162" cy="3955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9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000" b="0" i="0" u="none" strike="noStrike" kern="1200" cap="none" normalizeH="0" baseline="0" dirty="0">
              <a:effectLst/>
              <a:latin typeface="Arial" panose="020B0604020202020204" pitchFamily="34" charset="0"/>
            </a:rPr>
            <a:t>Problem analysis and literature review completed</a:t>
          </a:r>
          <a:endParaRPr lang="en-IN" sz="2000" kern="1200" dirty="0"/>
        </a:p>
      </dsp:txBody>
      <dsp:txXfrm>
        <a:off x="305330" y="197866"/>
        <a:ext cx="10152162" cy="395559"/>
      </dsp:txXfrm>
    </dsp:sp>
    <dsp:sp modelId="{91EDF9B1-ABC7-42FB-9D4B-20F00FF8CEA4}">
      <dsp:nvSpPr>
        <dsp:cNvPr id="0" name=""/>
        <dsp:cNvSpPr/>
      </dsp:nvSpPr>
      <dsp:spPr>
        <a:xfrm>
          <a:off x="58106" y="148421"/>
          <a:ext cx="494448" cy="494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582AD-F4ED-4C0C-898B-094A9AD77F15}">
      <dsp:nvSpPr>
        <dsp:cNvPr id="0" name=""/>
        <dsp:cNvSpPr/>
      </dsp:nvSpPr>
      <dsp:spPr>
        <a:xfrm>
          <a:off x="663545" y="791553"/>
          <a:ext cx="9793948" cy="395559"/>
        </a:xfrm>
        <a:prstGeom prst="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9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000" b="0" i="0" u="none" strike="noStrike" kern="1200" cap="none" normalizeH="0" baseline="0" dirty="0">
              <a:effectLst/>
              <a:latin typeface="Arial" panose="020B0604020202020204" pitchFamily="34" charset="0"/>
            </a:rPr>
            <a:t>IAQ parameters finalized</a:t>
          </a:r>
          <a:endParaRPr lang="en-IN" sz="2000" kern="1200" dirty="0"/>
        </a:p>
      </dsp:txBody>
      <dsp:txXfrm>
        <a:off x="663545" y="791553"/>
        <a:ext cx="9793948" cy="395559"/>
      </dsp:txXfrm>
    </dsp:sp>
    <dsp:sp modelId="{758257A8-223A-402D-8C2C-BBE3E9EC160D}">
      <dsp:nvSpPr>
        <dsp:cNvPr id="0" name=""/>
        <dsp:cNvSpPr/>
      </dsp:nvSpPr>
      <dsp:spPr>
        <a:xfrm>
          <a:off x="416320" y="742108"/>
          <a:ext cx="494448" cy="494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30BB15-E44E-4E6D-BFC6-6AACB54F89A0}">
      <dsp:nvSpPr>
        <dsp:cNvPr id="0" name=""/>
        <dsp:cNvSpPr/>
      </dsp:nvSpPr>
      <dsp:spPr>
        <a:xfrm>
          <a:off x="859845" y="1384805"/>
          <a:ext cx="9597648" cy="395559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9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000" b="0" i="0" u="none" strike="noStrike" kern="1200" cap="none" normalizeH="0" baseline="0" dirty="0">
              <a:effectLst/>
              <a:latin typeface="Arial" panose="020B0604020202020204" pitchFamily="34" charset="0"/>
            </a:rPr>
            <a:t>System architecture designed</a:t>
          </a:r>
        </a:p>
      </dsp:txBody>
      <dsp:txXfrm>
        <a:off x="859845" y="1384805"/>
        <a:ext cx="9597648" cy="395559"/>
      </dsp:txXfrm>
    </dsp:sp>
    <dsp:sp modelId="{586260AC-7C98-4E83-BF52-2102959AE7B5}">
      <dsp:nvSpPr>
        <dsp:cNvPr id="0" name=""/>
        <dsp:cNvSpPr/>
      </dsp:nvSpPr>
      <dsp:spPr>
        <a:xfrm>
          <a:off x="612620" y="1335360"/>
          <a:ext cx="494448" cy="494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C8F1DD-7566-4243-9C5E-11D48E1C34E1}">
      <dsp:nvSpPr>
        <dsp:cNvPr id="0" name=""/>
        <dsp:cNvSpPr/>
      </dsp:nvSpPr>
      <dsp:spPr>
        <a:xfrm>
          <a:off x="922521" y="1978492"/>
          <a:ext cx="9534971" cy="395559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9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000" b="0" i="0" u="none" strike="noStrike" kern="1200" cap="none" normalizeH="0" baseline="0">
              <a:effectLst/>
              <a:latin typeface="Arial" panose="020B0604020202020204" pitchFamily="34" charset="0"/>
            </a:rPr>
            <a:t>Dashboard concept designed</a:t>
          </a:r>
        </a:p>
      </dsp:txBody>
      <dsp:txXfrm>
        <a:off x="922521" y="1978492"/>
        <a:ext cx="9534971" cy="395559"/>
      </dsp:txXfrm>
    </dsp:sp>
    <dsp:sp modelId="{E75CA068-690D-454A-94C9-7E62854218EE}">
      <dsp:nvSpPr>
        <dsp:cNvPr id="0" name=""/>
        <dsp:cNvSpPr/>
      </dsp:nvSpPr>
      <dsp:spPr>
        <a:xfrm>
          <a:off x="675297" y="1929047"/>
          <a:ext cx="494448" cy="494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65D84-27C9-4549-977E-4ECDCC068822}">
      <dsp:nvSpPr>
        <dsp:cNvPr id="0" name=""/>
        <dsp:cNvSpPr/>
      </dsp:nvSpPr>
      <dsp:spPr>
        <a:xfrm>
          <a:off x="859845" y="2572179"/>
          <a:ext cx="9597648" cy="395559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9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000" b="0" i="0" u="none" strike="noStrike" kern="1200" cap="none" normalizeH="0" baseline="0" dirty="0">
              <a:effectLst/>
              <a:latin typeface="Arial" panose="020B0604020202020204" pitchFamily="34" charset="0"/>
            </a:rPr>
            <a:t>Cloud platform studied</a:t>
          </a:r>
        </a:p>
      </dsp:txBody>
      <dsp:txXfrm>
        <a:off x="859845" y="2572179"/>
        <a:ext cx="9597648" cy="395559"/>
      </dsp:txXfrm>
    </dsp:sp>
    <dsp:sp modelId="{BB0AAE1B-DAB9-418A-8B76-28EB4DCAD0F2}">
      <dsp:nvSpPr>
        <dsp:cNvPr id="0" name=""/>
        <dsp:cNvSpPr/>
      </dsp:nvSpPr>
      <dsp:spPr>
        <a:xfrm>
          <a:off x="612620" y="2522734"/>
          <a:ext cx="494448" cy="494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54A94-F3E8-4205-BE7A-1955765DC2A4}">
      <dsp:nvSpPr>
        <dsp:cNvPr id="0" name=""/>
        <dsp:cNvSpPr/>
      </dsp:nvSpPr>
      <dsp:spPr>
        <a:xfrm>
          <a:off x="663545" y="3165431"/>
          <a:ext cx="9793948" cy="395559"/>
        </a:xfrm>
        <a:prstGeom prst="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9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Real time data transmission enabled</a:t>
          </a:r>
        </a:p>
      </dsp:txBody>
      <dsp:txXfrm>
        <a:off x="663545" y="3165431"/>
        <a:ext cx="9793948" cy="395559"/>
      </dsp:txXfrm>
    </dsp:sp>
    <dsp:sp modelId="{06DD23C6-52E4-49C7-9D5D-591D97ABD74C}">
      <dsp:nvSpPr>
        <dsp:cNvPr id="0" name=""/>
        <dsp:cNvSpPr/>
      </dsp:nvSpPr>
      <dsp:spPr>
        <a:xfrm>
          <a:off x="416320" y="3115986"/>
          <a:ext cx="494448" cy="494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F3E9A-2807-4B60-B810-AE93B562D648}">
      <dsp:nvSpPr>
        <dsp:cNvPr id="0" name=""/>
        <dsp:cNvSpPr/>
      </dsp:nvSpPr>
      <dsp:spPr>
        <a:xfrm>
          <a:off x="305330" y="3759118"/>
          <a:ext cx="10152162" cy="39555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9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Notification system implemented</a:t>
          </a:r>
        </a:p>
      </dsp:txBody>
      <dsp:txXfrm>
        <a:off x="305330" y="3759118"/>
        <a:ext cx="10152162" cy="395559"/>
      </dsp:txXfrm>
    </dsp:sp>
    <dsp:sp modelId="{A3BBA9E7-EF88-45BB-A8A7-F30A5E02AB53}">
      <dsp:nvSpPr>
        <dsp:cNvPr id="0" name=""/>
        <dsp:cNvSpPr/>
      </dsp:nvSpPr>
      <dsp:spPr>
        <a:xfrm>
          <a:off x="58106" y="3709673"/>
          <a:ext cx="494448" cy="4944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E3090-EE9C-44D6-8F36-9741076BF2BA}">
      <dsp:nvSpPr>
        <dsp:cNvPr id="0" name=""/>
        <dsp:cNvSpPr/>
      </dsp:nvSpPr>
      <dsp:spPr>
        <a:xfrm rot="16200000">
          <a:off x="-1926674" y="2748597"/>
          <a:ext cx="4226617" cy="245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16229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right"/>
              </m:oMathParaPr>
              <m:oMath xmlns:m="http://schemas.openxmlformats.org/officeDocument/2006/math">
                <m:sSub>
                  <m:sSubPr>
                    <m:ctrlPr>
                      <a:rPr lang="en-IN" sz="1300" b="1" i="0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IN" sz="1300" b="1" i="0" kern="1200" smtClean="0">
                        <a:latin typeface="Cambria Math" panose="02040503050406030204" pitchFamily="18" charset="0"/>
                      </a:rPr>
                      <m:t>𝐂𝐎</m:t>
                    </m:r>
                  </m:e>
                  <m:sub>
                    <m:r>
                      <a:rPr lang="en-IN" sz="1300" b="1" i="0" kern="1200" smtClean="0">
                        <a:latin typeface="Cambria Math" panose="02040503050406030204" pitchFamily="18" charset="0"/>
                      </a:rPr>
                      <m:t>𝟐</m:t>
                    </m:r>
                  </m:sub>
                </m:sSub>
              </m:oMath>
            </m:oMathPara>
          </a14:m>
          <a:endParaRPr lang="en-IN" sz="1300" b="1" i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-1926674" y="2748597"/>
        <a:ext cx="4226617" cy="245172"/>
      </dsp:txXfrm>
    </dsp:sp>
    <dsp:sp modelId="{39312A7C-434D-4631-8233-14F426E92F29}">
      <dsp:nvSpPr>
        <dsp:cNvPr id="0" name=""/>
        <dsp:cNvSpPr/>
      </dsp:nvSpPr>
      <dsp:spPr>
        <a:xfrm>
          <a:off x="309219" y="757875"/>
          <a:ext cx="1221219" cy="42266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16229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It is relevant for ventilation efficiency.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&lt;1000 ppm.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Levels consistently above this suggest poor ventilation and require fresh air adjustments.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i="1" kern="1200" dirty="0"/>
            <a:t>**ASHRAE Ventilation Standard.</a:t>
          </a:r>
        </a:p>
      </dsp:txBody>
      <dsp:txXfrm>
        <a:off x="309219" y="757875"/>
        <a:ext cx="1221219" cy="4226617"/>
      </dsp:txXfrm>
    </dsp:sp>
    <dsp:sp modelId="{0FCB8158-06DA-4782-A98D-3F25C21231E4}">
      <dsp:nvSpPr>
        <dsp:cNvPr id="0" name=""/>
        <dsp:cNvSpPr/>
      </dsp:nvSpPr>
      <dsp:spPr>
        <a:xfrm>
          <a:off x="64047" y="434247"/>
          <a:ext cx="490345" cy="49034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14000" r="-14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38D82-873B-48D2-8C0A-A1904F7B2D59}">
      <dsp:nvSpPr>
        <dsp:cNvPr id="0" name=""/>
        <dsp:cNvSpPr/>
      </dsp:nvSpPr>
      <dsp:spPr>
        <a:xfrm rot="16200000">
          <a:off x="-142452" y="2748597"/>
          <a:ext cx="4226617" cy="245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16229" bIns="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VOC’s</a:t>
          </a:r>
        </a:p>
      </dsp:txBody>
      <dsp:txXfrm>
        <a:off x="-142452" y="2748597"/>
        <a:ext cx="4226617" cy="245172"/>
      </dsp:txXfrm>
    </dsp:sp>
    <dsp:sp modelId="{56F7F1E3-0949-4F21-82C2-A6365F23C9FD}">
      <dsp:nvSpPr>
        <dsp:cNvPr id="0" name=""/>
        <dsp:cNvSpPr/>
      </dsp:nvSpPr>
      <dsp:spPr>
        <a:xfrm>
          <a:off x="2093442" y="757875"/>
          <a:ext cx="1221219" cy="4226617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16229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It is relevant for indoor chemical pollutants.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&lt;300 ppb.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i="1" kern="1200" dirty="0"/>
            <a:t>**WHO AQI Guidelines.</a:t>
          </a:r>
        </a:p>
      </dsp:txBody>
      <dsp:txXfrm>
        <a:off x="2093442" y="757875"/>
        <a:ext cx="1221219" cy="4226617"/>
      </dsp:txXfrm>
    </dsp:sp>
    <dsp:sp modelId="{83CFC112-DECD-4C07-9540-64D244610ECF}">
      <dsp:nvSpPr>
        <dsp:cNvPr id="0" name=""/>
        <dsp:cNvSpPr/>
      </dsp:nvSpPr>
      <dsp:spPr>
        <a:xfrm>
          <a:off x="1848269" y="434247"/>
          <a:ext cx="490345" cy="49034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4000" r="-14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D8E8D-7745-4B62-8FD6-D4DB8EF32C3D}">
      <dsp:nvSpPr>
        <dsp:cNvPr id="0" name=""/>
        <dsp:cNvSpPr/>
      </dsp:nvSpPr>
      <dsp:spPr>
        <a:xfrm rot="16200000">
          <a:off x="1641769" y="2748597"/>
          <a:ext cx="4226617" cy="245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16229" bIns="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right"/>
              </m:oMathParaPr>
              <m:oMath xmlns:m="http://schemas.openxmlformats.org/officeDocument/2006/math">
                <m:sSub>
                  <m:sSubPr>
                    <m:ctrlPr>
                      <a:rPr lang="en-IN" sz="1200" b="1" i="0" kern="1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</m:ctrlPr>
                  </m:sSubPr>
                  <m:e>
                    <m:r>
                      <a:rPr lang="en-IN" sz="1200" b="1" i="0" kern="1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𝐏𝐌</m:t>
                    </m:r>
                  </m:e>
                  <m:sub>
                    <m:r>
                      <a:rPr lang="en-IN" sz="1200" b="1" i="0" kern="1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IN" sz="1200" b="1" i="0" kern="1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IN" sz="1200" b="1" i="0" kern="12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</m:sub>
                </m:sSub>
              </m:oMath>
            </m:oMathPara>
          </a14:m>
          <a:endParaRPr lang="en-IN" sz="1200" b="1" i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41769" y="2748597"/>
        <a:ext cx="4226617" cy="245172"/>
      </dsp:txXfrm>
    </dsp:sp>
    <dsp:sp modelId="{8787B1A7-0097-4606-A141-4A9134770D21}">
      <dsp:nvSpPr>
        <dsp:cNvPr id="0" name=""/>
        <dsp:cNvSpPr/>
      </dsp:nvSpPr>
      <dsp:spPr>
        <a:xfrm>
          <a:off x="3877664" y="757875"/>
          <a:ext cx="1221219" cy="4226617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16229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It is relevant for respiratory health.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&lt;</a:t>
          </a:r>
          <a:r>
            <a:rPr lang="en-US" sz="1200" kern="1200" dirty="0"/>
            <a:t>40 µg/m³ (24-hour average)</a:t>
          </a:r>
          <a:r>
            <a:rPr lang="en-IN" sz="1200" kern="1200" dirty="0"/>
            <a:t>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i="1" kern="1200" dirty="0"/>
            <a:t>**CPCB NAAQS.</a:t>
          </a:r>
        </a:p>
      </dsp:txBody>
      <dsp:txXfrm>
        <a:off x="3877664" y="757875"/>
        <a:ext cx="1221219" cy="4226617"/>
      </dsp:txXfrm>
    </dsp:sp>
    <dsp:sp modelId="{2014F7FD-8BCF-4CC8-880C-C1DA32CCAC8A}">
      <dsp:nvSpPr>
        <dsp:cNvPr id="0" name=""/>
        <dsp:cNvSpPr/>
      </dsp:nvSpPr>
      <dsp:spPr>
        <a:xfrm>
          <a:off x="3632492" y="434247"/>
          <a:ext cx="490345" cy="49034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14000" r="-14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31740-9D61-4F86-B505-88F1ED33532E}">
      <dsp:nvSpPr>
        <dsp:cNvPr id="0" name=""/>
        <dsp:cNvSpPr/>
      </dsp:nvSpPr>
      <dsp:spPr>
        <a:xfrm rot="16200000">
          <a:off x="3425992" y="2748597"/>
          <a:ext cx="4226617" cy="245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16229" bIns="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</a:t>
          </a:r>
        </a:p>
      </dsp:txBody>
      <dsp:txXfrm>
        <a:off x="3425992" y="2748597"/>
        <a:ext cx="4226617" cy="245172"/>
      </dsp:txXfrm>
    </dsp:sp>
    <dsp:sp modelId="{A442D22B-3DC0-4B0B-A30C-3471AC687432}">
      <dsp:nvSpPr>
        <dsp:cNvPr id="0" name=""/>
        <dsp:cNvSpPr/>
      </dsp:nvSpPr>
      <dsp:spPr>
        <a:xfrm>
          <a:off x="5661887" y="757875"/>
          <a:ext cx="1221219" cy="4226617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16229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It will be monitored as a toxicity indicator.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&lt;</a:t>
          </a:r>
          <a:r>
            <a:rPr lang="en-US" sz="1200" kern="1200" dirty="0"/>
            <a:t>2.0 mg/m³ (8-hour average)</a:t>
          </a:r>
          <a:r>
            <a:rPr lang="en-IN" sz="1200" kern="1200" dirty="0"/>
            <a:t>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i="1" kern="1200" dirty="0"/>
            <a:t>**CPCB NAAQS.</a:t>
          </a:r>
        </a:p>
      </dsp:txBody>
      <dsp:txXfrm>
        <a:off x="5661887" y="757875"/>
        <a:ext cx="1221219" cy="4226617"/>
      </dsp:txXfrm>
    </dsp:sp>
    <dsp:sp modelId="{A128537A-83BB-4A23-BC2C-EA256DDBCF44}">
      <dsp:nvSpPr>
        <dsp:cNvPr id="0" name=""/>
        <dsp:cNvSpPr/>
      </dsp:nvSpPr>
      <dsp:spPr>
        <a:xfrm>
          <a:off x="5416714" y="434247"/>
          <a:ext cx="490345" cy="49034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14000" r="-14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73F70-919B-4675-A7F2-0BFF2C572780}">
      <dsp:nvSpPr>
        <dsp:cNvPr id="0" name=""/>
        <dsp:cNvSpPr/>
      </dsp:nvSpPr>
      <dsp:spPr>
        <a:xfrm rot="16200000">
          <a:off x="5210214" y="2748597"/>
          <a:ext cx="4226617" cy="245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16229" bIns="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Temperature</a:t>
          </a:r>
        </a:p>
      </dsp:txBody>
      <dsp:txXfrm>
        <a:off x="5210214" y="2748597"/>
        <a:ext cx="4226617" cy="245172"/>
      </dsp:txXfrm>
    </dsp:sp>
    <dsp:sp modelId="{97467954-ED61-4349-A1AA-FCAF57F85157}">
      <dsp:nvSpPr>
        <dsp:cNvPr id="0" name=""/>
        <dsp:cNvSpPr/>
      </dsp:nvSpPr>
      <dsp:spPr>
        <a:xfrm>
          <a:off x="7446109" y="757875"/>
          <a:ext cx="1221219" cy="4226617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16229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It is relevant for thermal comfort.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22.8°C to 26.1°C in summer.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20.0°C to 23.6°C in winter.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i="1" kern="1200" dirty="0"/>
            <a:t>**ASHRAE Thermal Comfort.</a:t>
          </a:r>
          <a:endParaRPr lang="en-IN" sz="1200" kern="1200" dirty="0"/>
        </a:p>
      </dsp:txBody>
      <dsp:txXfrm>
        <a:off x="7446109" y="757875"/>
        <a:ext cx="1221219" cy="4226617"/>
      </dsp:txXfrm>
    </dsp:sp>
    <dsp:sp modelId="{1865DD31-9F52-426E-8166-F4E3CECAF645}">
      <dsp:nvSpPr>
        <dsp:cNvPr id="0" name=""/>
        <dsp:cNvSpPr/>
      </dsp:nvSpPr>
      <dsp:spPr>
        <a:xfrm>
          <a:off x="7200936" y="434247"/>
          <a:ext cx="490345" cy="49034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l="-14000" r="-14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837EEC-E2A6-41B6-9C7D-14EA9CCA694B}">
      <dsp:nvSpPr>
        <dsp:cNvPr id="0" name=""/>
        <dsp:cNvSpPr/>
      </dsp:nvSpPr>
      <dsp:spPr>
        <a:xfrm rot="16200000">
          <a:off x="6994436" y="2748597"/>
          <a:ext cx="4226617" cy="245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16229" bIns="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Humidity</a:t>
          </a:r>
        </a:p>
      </dsp:txBody>
      <dsp:txXfrm>
        <a:off x="6994436" y="2748597"/>
        <a:ext cx="4226617" cy="245172"/>
      </dsp:txXfrm>
    </dsp:sp>
    <dsp:sp modelId="{E1CE943C-3FD9-4D64-8A61-16717EAC4940}">
      <dsp:nvSpPr>
        <dsp:cNvPr id="0" name=""/>
        <dsp:cNvSpPr/>
      </dsp:nvSpPr>
      <dsp:spPr>
        <a:xfrm>
          <a:off x="9230331" y="757875"/>
          <a:ext cx="1221219" cy="4226617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16229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It is relevant for comfort and microbial growth.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30% to 65%.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i="1" kern="1200" dirty="0"/>
            <a:t>**ASHRAE &amp; WHO Comfort Range.</a:t>
          </a:r>
        </a:p>
      </dsp:txBody>
      <dsp:txXfrm>
        <a:off x="9230331" y="757875"/>
        <a:ext cx="1221219" cy="4226617"/>
      </dsp:txXfrm>
    </dsp:sp>
    <dsp:sp modelId="{ABC27B91-BD42-4130-96CF-55B78F010979}">
      <dsp:nvSpPr>
        <dsp:cNvPr id="0" name=""/>
        <dsp:cNvSpPr/>
      </dsp:nvSpPr>
      <dsp:spPr>
        <a:xfrm>
          <a:off x="8985159" y="434247"/>
          <a:ext cx="490345" cy="49034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14000" r="-14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11C528-8E19-4B86-B3C7-38F3168CDDA5}">
      <dsp:nvSpPr>
        <dsp:cNvPr id="0" name=""/>
        <dsp:cNvSpPr/>
      </dsp:nvSpPr>
      <dsp:spPr>
        <a:xfrm>
          <a:off x="0" y="0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Data Collection </a:t>
          </a:r>
          <a:r>
            <a:rPr lang="en-IN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Sensors capture air quality</a:t>
          </a:r>
        </a:p>
      </dsp:txBody>
      <dsp:txXfrm>
        <a:off x="19451" y="19451"/>
        <a:ext cx="7620120" cy="625190"/>
      </dsp:txXfrm>
    </dsp:sp>
    <dsp:sp modelId="{6365456E-B74C-44C7-8B03-278F4D761272}">
      <dsp:nvSpPr>
        <dsp:cNvPr id="0" name=""/>
        <dsp:cNvSpPr/>
      </dsp:nvSpPr>
      <dsp:spPr>
        <a:xfrm>
          <a:off x="628350" y="756328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Processing </a:t>
          </a:r>
          <a:r>
            <a:rPr lang="en-IN" sz="2800" kern="1200"/>
            <a:t>ESP32 processes data</a:t>
          </a:r>
          <a:endParaRPr lang="en-IN" sz="2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7801" y="775779"/>
        <a:ext cx="7315515" cy="625190"/>
      </dsp:txXfrm>
    </dsp:sp>
    <dsp:sp modelId="{C1698737-2181-4557-AEF8-415B5A5C932D}">
      <dsp:nvSpPr>
        <dsp:cNvPr id="0" name=""/>
        <dsp:cNvSpPr/>
      </dsp:nvSpPr>
      <dsp:spPr>
        <a:xfrm>
          <a:off x="1256700" y="1512656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Transmission </a:t>
          </a:r>
          <a:r>
            <a:rPr lang="en-US" sz="2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Data sent to </a:t>
          </a:r>
          <a:r>
            <a:rPr lang="en-IN" sz="2800" kern="1200"/>
            <a:t>Cloud)</a:t>
          </a:r>
          <a:endParaRPr lang="en-IN" sz="2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76151" y="1532107"/>
        <a:ext cx="7315515" cy="625190"/>
      </dsp:txXfrm>
    </dsp:sp>
    <dsp:sp modelId="{F55D730D-6ABC-4A50-AD00-C291D5B599F9}">
      <dsp:nvSpPr>
        <dsp:cNvPr id="0" name=""/>
        <dsp:cNvSpPr/>
      </dsp:nvSpPr>
      <dsp:spPr>
        <a:xfrm>
          <a:off x="1885050" y="2268984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Visualization</a:t>
          </a:r>
          <a:r>
            <a:rPr lang="en-IN" sz="2800" kern="1200"/>
            <a:t>Dashboard displays data</a:t>
          </a:r>
          <a:endParaRPr lang="en-IN" sz="2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04501" y="2288435"/>
        <a:ext cx="7315515" cy="625190"/>
      </dsp:txXfrm>
    </dsp:sp>
    <dsp:sp modelId="{A0C78DD5-5650-413F-B57C-CB4F452589C8}">
      <dsp:nvSpPr>
        <dsp:cNvPr id="0" name=""/>
        <dsp:cNvSpPr/>
      </dsp:nvSpPr>
      <dsp:spPr>
        <a:xfrm>
          <a:off x="2513400" y="3025312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Alerts  </a:t>
          </a:r>
          <a:r>
            <a:rPr lang="en-IN" sz="2800" kern="1200"/>
            <a:t>Triggered when limits exceed</a:t>
          </a: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sz="2800" b="1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32851" y="3044763"/>
        <a:ext cx="7315515" cy="625190"/>
      </dsp:txXfrm>
    </dsp:sp>
    <dsp:sp modelId="{4378F9AE-2AD7-4730-96F5-99D08FDDDF8A}">
      <dsp:nvSpPr>
        <dsp:cNvPr id="0" name=""/>
        <dsp:cNvSpPr/>
      </dsp:nvSpPr>
      <dsp:spPr>
        <a:xfrm>
          <a:off x="7982767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8079890" y="485156"/>
        <a:ext cx="237414" cy="324824"/>
      </dsp:txXfrm>
    </dsp:sp>
    <dsp:sp modelId="{8A0396B2-3B1F-44A3-AE60-C1DB3876727C}">
      <dsp:nvSpPr>
        <dsp:cNvPr id="0" name=""/>
        <dsp:cNvSpPr/>
      </dsp:nvSpPr>
      <dsp:spPr>
        <a:xfrm>
          <a:off x="8611118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8708241" y="1241484"/>
        <a:ext cx="237414" cy="324824"/>
      </dsp:txXfrm>
    </dsp:sp>
    <dsp:sp modelId="{9D3370AD-AE61-48D8-AA0D-9AC124B920B8}">
      <dsp:nvSpPr>
        <dsp:cNvPr id="0" name=""/>
        <dsp:cNvSpPr/>
      </dsp:nvSpPr>
      <dsp:spPr>
        <a:xfrm>
          <a:off x="9239468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9336591" y="1986744"/>
        <a:ext cx="237414" cy="324824"/>
      </dsp:txXfrm>
    </dsp:sp>
    <dsp:sp modelId="{2F10F28B-018B-407C-A676-46315AE7DECB}">
      <dsp:nvSpPr>
        <dsp:cNvPr id="0" name=""/>
        <dsp:cNvSpPr/>
      </dsp:nvSpPr>
      <dsp:spPr>
        <a:xfrm>
          <a:off x="986781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9964941" y="2750451"/>
        <a:ext cx="237414" cy="3248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8024A-4157-452B-BD62-ACDB6FB8367D}">
      <dsp:nvSpPr>
        <dsp:cNvPr id="0" name=""/>
        <dsp:cNvSpPr/>
      </dsp:nvSpPr>
      <dsp:spPr>
        <a:xfrm>
          <a:off x="1283" y="0"/>
          <a:ext cx="5006206" cy="39488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Complete sensor integration</a:t>
          </a:r>
          <a:br>
            <a:rPr lang="en-US" sz="2600" kern="1200" dirty="0"/>
          </a:br>
          <a:r>
            <a:rPr lang="en-US" sz="2600" kern="1200" dirty="0"/>
            <a:t>Integrate all selected sensors with ESP32</a:t>
          </a:r>
          <a:endParaRPr lang="en-IN" sz="2600" kern="1200" dirty="0"/>
        </a:p>
      </dsp:txBody>
      <dsp:txXfrm>
        <a:off x="1283" y="1500572"/>
        <a:ext cx="5006206" cy="2369325"/>
      </dsp:txXfrm>
    </dsp:sp>
    <dsp:sp modelId="{767CD802-7576-4EFB-B5EE-6DF2797D289B}">
      <dsp:nvSpPr>
        <dsp:cNvPr id="0" name=""/>
        <dsp:cNvSpPr/>
      </dsp:nvSpPr>
      <dsp:spPr>
        <a:xfrm>
          <a:off x="1912055" y="394887"/>
          <a:ext cx="1184662" cy="11846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/>
            <a:t>1</a:t>
          </a:r>
        </a:p>
      </dsp:txBody>
      <dsp:txXfrm>
        <a:off x="2085545" y="568377"/>
        <a:ext cx="837682" cy="837682"/>
      </dsp:txXfrm>
    </dsp:sp>
    <dsp:sp modelId="{79E3E213-73E8-4DD3-8933-CAAAAC6095AD}">
      <dsp:nvSpPr>
        <dsp:cNvPr id="0" name=""/>
        <dsp:cNvSpPr/>
      </dsp:nvSpPr>
      <dsp:spPr>
        <a:xfrm>
          <a:off x="1283" y="3948804"/>
          <a:ext cx="5006206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A5459-1D9A-4176-ACBB-E9EA88DE088F}">
      <dsp:nvSpPr>
        <dsp:cNvPr id="0" name=""/>
        <dsp:cNvSpPr/>
      </dsp:nvSpPr>
      <dsp:spPr>
        <a:xfrm>
          <a:off x="5508110" y="0"/>
          <a:ext cx="5006206" cy="394887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Connect dashboard with live data</a:t>
          </a:r>
          <a:br>
            <a:rPr lang="en-US" sz="2600" kern="1200" dirty="0"/>
          </a:br>
          <a:r>
            <a:rPr lang="en-US" sz="2600" kern="1200" dirty="0"/>
            <a:t>Replace sample data with real-time inputs</a:t>
          </a:r>
        </a:p>
      </dsp:txBody>
      <dsp:txXfrm>
        <a:off x="5508110" y="1500572"/>
        <a:ext cx="5006206" cy="2369325"/>
      </dsp:txXfrm>
    </dsp:sp>
    <dsp:sp modelId="{6C5BA62C-1182-4721-8F6A-F32A8D5CEB12}">
      <dsp:nvSpPr>
        <dsp:cNvPr id="0" name=""/>
        <dsp:cNvSpPr/>
      </dsp:nvSpPr>
      <dsp:spPr>
        <a:xfrm>
          <a:off x="7418881" y="394887"/>
          <a:ext cx="1184662" cy="1184662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/>
            <a:t>2</a:t>
          </a:r>
        </a:p>
      </dsp:txBody>
      <dsp:txXfrm>
        <a:off x="7592371" y="568377"/>
        <a:ext cx="837682" cy="837682"/>
      </dsp:txXfrm>
    </dsp:sp>
    <dsp:sp modelId="{DAA46C67-7496-4347-8201-9A4021894164}">
      <dsp:nvSpPr>
        <dsp:cNvPr id="0" name=""/>
        <dsp:cNvSpPr/>
      </dsp:nvSpPr>
      <dsp:spPr>
        <a:xfrm>
          <a:off x="5508110" y="3948804"/>
          <a:ext cx="5006206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D521-419F-E36C-5035-B1AF4334B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E0FC4-F0D8-8BE0-381F-C18D79029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C41A2-4D9D-89F0-F35F-C73A86C5D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AF125-D055-482D-F8CF-D633A61B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99A74-F7B2-12FE-9114-39AF8E71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92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5F53-5CAB-ECC2-46AB-2DEADEC3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4729F-0566-1CD0-9E3E-47A2FECEE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CC83B-EA74-3191-8293-6264AC210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26DF9-9C27-E4C3-2912-0B560AEB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EBD03-00B4-A9A1-60EE-CB6284F9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19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FE96-6E31-7368-6B43-D80B7E4FD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0AFA5-37E4-4C58-5398-4FC8FF192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6B0F-0A30-3D46-4734-26F379AA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2AA28-967D-02E8-D4C7-F37672FA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C783B-1EF8-C985-B1D4-C0DE97A8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89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C736-994F-4500-6407-779AD295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3C5FE-4DE0-DA8A-C5B1-32998CC95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EB0E9-AEEC-F757-38AB-936329F79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62025-1B92-6844-A870-E20AE083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26E51-BED5-C04E-8279-196B8F569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4D618-26EC-BA18-410B-D450700F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79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5C93-9E63-23F8-1563-D95142ED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03221-6A3D-3ABD-4492-F3383C0E4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64387-89B3-F842-280E-27458E2BE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5951B-9B1D-7B27-61F5-807C81ECF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918CC-F243-219D-E285-1302D45E6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8B570C-C185-F1E7-11A7-D8C179C4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E12A4-AEE8-9D66-9FC0-6C675530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9A428E-2A09-EB1E-C7A0-8BAEBBA8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01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6ABB9-D8ED-8F9B-F8CF-BE9DBA1B6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3F626-1490-745E-7F51-4CE6F07A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F13F3-54DE-0C23-3378-62050B0E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280CD-33B7-BEB9-4C01-B4D93733C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748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C1B73-4B09-B2FA-4C54-86A6C724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B1DEE7-B14C-AD80-4473-1614DED3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33D3F-7DFB-AF6C-A5E3-47AFFF95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472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23DC-B803-1029-05C0-D4B36433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44525-61CA-75B3-9B22-EFE486536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998FD-3B73-75F7-1DD2-BB576E77E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CC4BB-5363-B678-2AF5-E5891025B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F503A-13E4-668D-5BA6-B0747FA7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9080E-6AB7-DC5C-9EF7-1E099349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671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5706-3340-1577-CF87-887DA65B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CBC15-0127-FF8B-A1E3-6DF7264EA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6342C-773B-C244-AC6A-96F2C2D00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9EAD4-B5C2-7450-0E0A-183DDC44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0E137-FD9D-F283-29F7-E6314585F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CDEBD-424B-B8BE-2011-AF2D6489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58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45C5-EDE4-C17C-7879-12CAD7E0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8AC6D-F0F2-5F3C-7E9F-EDBD141C7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9068-4C35-5FDE-5C51-0B84D71C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14E9A-0ABC-320E-7776-0CEF80D5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45DD6-BB5C-F7EA-0AEF-998C7EBF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03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04AD5-8123-5042-0A62-2EE76FC5B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05F0C-4C29-A217-75E1-78102AD83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E5C8F-FCBB-68B9-92C3-8CB234DF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083B4-7781-CFED-733C-C52D6DBA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08C9-D5D5-DB84-1753-CE776F77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32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3000"/>
                <a:satMod val="150000"/>
                <a:shade val="98000"/>
                <a:lumMod val="102000"/>
                <a:alpha val="40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FB5B3-B279-68AC-7565-7A346602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C4111-A1A3-53BF-1E25-9011CC147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09699-61E6-A29C-F3F8-5DFDF52C9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7FDAF-8C16-4D0C-86C2-2EA2AEE90EA2}" type="datetimeFigureOut">
              <a:rPr lang="en-IN" smtClean="0"/>
              <a:t>23-5-26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20F8F-551C-5575-C5A6-EDFDE436B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1327B-4A3A-2D1C-0E75-28A22D34A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B4570-DD4F-4AD0-9490-643B2D4E34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91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F16A-8EE9-CC1A-1E8B-E9F78762E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340" y="174114"/>
            <a:ext cx="11861787" cy="2387600"/>
          </a:xfrm>
        </p:spPr>
        <p:txBody>
          <a:bodyPr anchor="t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Sant Dnyaneshwar </a:t>
            </a:r>
            <a:r>
              <a:rPr lang="en-US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Shikshan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Sanstha's</a:t>
            </a:r>
            <a:br>
              <a:rPr lang="en-IN" sz="4000" b="1" i="1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en-US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Annasaheb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  <a:t> Dange College of Engineering and Technology (ADCET), Ashta</a:t>
            </a:r>
            <a:b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(An Empowered Autonomous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lnstitute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affiliated to Shivaji University</a:t>
            </a: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Kolhapur)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60714-6546-8627-1663-9B2F692BC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02751"/>
            <a:ext cx="9144000" cy="18542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Civil Engineering</a:t>
            </a:r>
          </a:p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2025-26</a:t>
            </a:r>
          </a:p>
          <a:p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AirShield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IoT-Enabled Indoor Air Quality Monitoring and Alert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B1032D-2DAE-238D-50A5-AD93376FD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09" y="1201451"/>
            <a:ext cx="1476375" cy="15354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C186E1-E079-9953-6E18-57E4BD1EA52D}"/>
              </a:ext>
            </a:extLst>
          </p:cNvPr>
          <p:cNvGraphicFramePr>
            <a:graphicFrameLocks noGrp="1"/>
          </p:cNvGraphicFramePr>
          <p:nvPr/>
        </p:nvGraphicFramePr>
        <p:xfrm>
          <a:off x="3111495" y="4820542"/>
          <a:ext cx="5969001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9667">
                  <a:extLst>
                    <a:ext uri="{9D8B030D-6E8A-4147-A177-3AD203B41FA5}">
                      <a16:colId xmlns:a16="http://schemas.microsoft.com/office/drawing/2014/main" val="3801005646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2150174341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817387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Members: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URN: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84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Sumit Parihar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23031138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24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Barsha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23031139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27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Akshita Jha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23101051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551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Pranav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Bhale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23011075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575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22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4861148" y="5318162"/>
            <a:ext cx="7245971" cy="927227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3" name="Picture 15">
            <a:extLst>
              <a:ext uri="{FF2B5EF4-FFF2-40B4-BE49-F238E27FC236}">
                <a16:creationId xmlns:a16="http://schemas.microsoft.com/office/drawing/2014/main" id="{49266CEE-DBD9-CDEB-C8B5-63D0D23A3D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84"/>
          <a:stretch>
            <a:fillRect/>
          </a:stretch>
        </p:blipFill>
        <p:spPr bwMode="auto">
          <a:xfrm>
            <a:off x="4779502" y="4688595"/>
            <a:ext cx="7412498" cy="154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372744" y="1200488"/>
            <a:ext cx="4728799" cy="322595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5" name="Picture 7">
            <a:extLst>
              <a:ext uri="{FF2B5EF4-FFF2-40B4-BE49-F238E27FC236}">
                <a16:creationId xmlns:a16="http://schemas.microsoft.com/office/drawing/2014/main" id="{DBE1C980-1633-0307-D578-FBFF624E51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4"/>
          <a:stretch>
            <a:fillRect/>
          </a:stretch>
        </p:blipFill>
        <p:spPr bwMode="auto">
          <a:xfrm>
            <a:off x="138897" y="670263"/>
            <a:ext cx="5324299" cy="385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A541BD1-51CD-9B7B-1F8F-0A2727E6B125}"/>
              </a:ext>
            </a:extLst>
          </p:cNvPr>
          <p:cNvSpPr/>
          <p:nvPr/>
        </p:nvSpPr>
        <p:spPr>
          <a:xfrm>
            <a:off x="5183188" y="1146894"/>
            <a:ext cx="6169024" cy="3567642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2DD4932-E0B2-C86E-DB6B-7AEAB6036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6893"/>
            <a:ext cx="6172200" cy="3567642"/>
          </a:xfrm>
        </p:spPr>
        <p:txBody>
          <a:bodyPr>
            <a:no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AirShield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IoT-based system for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indoor air quality monitoring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CO₂, VOCs, PM2.5, temperature, and humidity.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alerts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(LED, buzzer, SMS/Telegram).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data on an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awareness.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 of Solution: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and accessible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classrooms, hostels, and offices.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with simple predictive/alerting capability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 + cloud dashboard + alert system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compact solution.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comfort/health indicator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(green/yellow/red) — not just raw values.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54D82C-D2A0-4A3F-717C-ADDED276DF41}"/>
              </a:ext>
            </a:extLst>
          </p:cNvPr>
          <p:cNvSpPr/>
          <p:nvPr/>
        </p:nvSpPr>
        <p:spPr>
          <a:xfrm>
            <a:off x="839788" y="4506176"/>
            <a:ext cx="3932237" cy="2120430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F4256-C67B-85A4-4399-58A187CB3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51345"/>
            <a:ext cx="3932237" cy="4881563"/>
          </a:xfrm>
        </p:spPr>
        <p:txBody>
          <a:bodyPr anchor="b">
            <a:normAutofit/>
          </a:bodyPr>
          <a:lstStyle/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air pollution often goes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unnoticed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Causes: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buildup,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VOCs, PM2.5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humidity fluctuations, poor ventilation.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Effects: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headaches, fatigue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reduced productivity, respiratory issues.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often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expensive, reactive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limited to commercial settings.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656CD-F666-B535-1C5E-4F984A1F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530225"/>
          </a:xfrm>
        </p:spPr>
        <p:txBody>
          <a:bodyPr anchor="t"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25130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81DF1E-665B-4F32-26AA-BFA03E723C5C}"/>
              </a:ext>
            </a:extLst>
          </p:cNvPr>
          <p:cNvSpPr/>
          <p:nvPr/>
        </p:nvSpPr>
        <p:spPr>
          <a:xfrm>
            <a:off x="839788" y="2106592"/>
            <a:ext cx="4114177" cy="29283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40350D-35D0-FD8A-51FD-5BA36FC74A5F}"/>
              </a:ext>
            </a:extLst>
          </p:cNvPr>
          <p:cNvSpPr/>
          <p:nvPr/>
        </p:nvSpPr>
        <p:spPr>
          <a:xfrm>
            <a:off x="7239622" y="2106592"/>
            <a:ext cx="4114177" cy="29283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859FEF-0C9F-BEA1-6205-EAC4F32FD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SCOPE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AA26F-010E-4BCB-CE5D-3F2486A4C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48505"/>
            <a:ext cx="5157787" cy="82391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BC19E-54A5-7F99-CC6F-312641314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439759"/>
            <a:ext cx="4114177" cy="3684588"/>
          </a:xfrm>
        </p:spPr>
        <p:txBody>
          <a:bodyPr>
            <a:norm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air quality in educational spaces often deteriorates unnoticed, yet it strongly influences student health, concentration, and academic performance.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ventilation causes a buildup of CO₂, PM2.5, and VOCs — leading to fatigue, headaches, and respiratory issues.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are expensive, reactive, and not suited for small indoor spaces.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low-cost, smart system that monitors and predicts air quality in real time.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FCBD4-F19E-98E3-2C6E-F8CEA3BCB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38036" y="1648505"/>
            <a:ext cx="4117352" cy="823912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B013E9-BF76-667D-AB08-9711D2330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38036" y="2439759"/>
            <a:ext cx="4117351" cy="3684588"/>
          </a:xfrm>
        </p:spPr>
        <p:txBody>
          <a:bodyPr>
            <a:norm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solely on indoor air quality monitoring for environments like classrooms, hostels, and offices</a:t>
            </a:r>
            <a:r>
              <a:rPr lang="en-US" sz="1400" dirty="0"/>
              <a:t>.</a:t>
            </a:r>
            <a:endParaRPr lang="en-IN" sz="1400" dirty="0"/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low-cost sensors and microcontrollers (ESP32/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collect and transmit environmental data.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(e.g.,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/Firebase) are used for data storage and retrieval.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user-friendly dashboard and alert system but does not control hardware like purifiers or HVAC systems</a:t>
            </a:r>
          </a:p>
        </p:txBody>
      </p:sp>
      <p:pic>
        <p:nvPicPr>
          <p:cNvPr id="8" name="Picture 7" descr="A magnifying glass over a house&#10;&#10;AI-generated content may be incorrect.">
            <a:extLst>
              <a:ext uri="{FF2B5EF4-FFF2-40B4-BE49-F238E27FC236}">
                <a16:creationId xmlns:a16="http://schemas.microsoft.com/office/drawing/2014/main" id="{55BFA337-76C6-2E60-0FA7-770C22C72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71" y="3821113"/>
            <a:ext cx="4509858" cy="3334875"/>
          </a:xfrm>
          <a:prstGeom prst="rect">
            <a:avLst/>
          </a:prstGeo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38A3442-7BDE-542D-13D7-4E32503D4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337" y="2363788"/>
            <a:ext cx="1457325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120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94E3-7874-D221-5723-E94724F9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4465" y="1141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0A79E6-15EA-084A-C433-DF5C122776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54465" y="1794406"/>
          <a:ext cx="7172075" cy="4051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53" name="Picture 9">
            <a:extLst>
              <a:ext uri="{FF2B5EF4-FFF2-40B4-BE49-F238E27FC236}">
                <a16:creationId xmlns:a16="http://schemas.microsoft.com/office/drawing/2014/main" id="{9443822E-50DB-17A8-0779-C1EC891CA9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2062"/>
          <a:stretch>
            <a:fillRect/>
          </a:stretch>
        </p:blipFill>
        <p:spPr bwMode="auto">
          <a:xfrm>
            <a:off x="-352848" y="1047116"/>
            <a:ext cx="5560160" cy="476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013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C1EB9-FE67-DCE5-9CA5-CE81B4CB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Till Now</a:t>
            </a:r>
            <a:endParaRPr lang="en-IN" sz="5200" b="1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4582EF7-5829-63E4-A5FE-7F63A2890D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8994808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1239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036-4488-A877-AC5E-52BF9FC2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Finalised IAQ Parameters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EBBEA4FA-8C92-ED81-C662-EFD29B96752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35334363"/>
                  </p:ext>
                </p:extLst>
              </p:nvPr>
            </p:nvGraphicFramePr>
            <p:xfrm>
              <a:off x="838199" y="1276272"/>
              <a:ext cx="10515599" cy="54187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EBBEA4FA-8C92-ED81-C662-EFD29B96752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35334363"/>
                  </p:ext>
                </p:extLst>
              </p:nvPr>
            </p:nvGraphicFramePr>
            <p:xfrm>
              <a:off x="838199" y="1276272"/>
              <a:ext cx="10515599" cy="54187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1923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DA3706-B45C-25A6-86D6-E6A3D6550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-2" b="22011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14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C6695-3434-25EA-1C7C-016A9688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552FA9-ECAE-BB91-3463-91A09FF8E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94416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9022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B970A-DD08-EF56-5A08-D9833266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Output/Dashboard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E55FC-732A-A31A-177C-4F72AC15A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203079"/>
            <a:ext cx="4530898" cy="426799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quality parameters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(CO₂, PM2.5, etc.)</a:t>
            </a:r>
          </a:p>
          <a:p>
            <a:pPr marL="285750" indent="-28575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 indication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data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open windows, reduce crowd density)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easy-to-understand layout</a:t>
            </a:r>
          </a:p>
          <a:p>
            <a:pPr marL="285750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quick awareness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45B85B-7711-8886-9288-4740C9E3B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905737"/>
            <a:ext cx="5150277" cy="287127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88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9370BC-9689-CB15-D9F2-49BB336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717392"/>
            <a:ext cx="5400000" cy="30644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0D8303F-860D-458D-876C-2EE11E9B66E4}"/>
              </a:ext>
            </a:extLst>
          </p:cNvPr>
          <p:cNvSpPr txBox="1"/>
          <p:nvPr/>
        </p:nvSpPr>
        <p:spPr>
          <a:xfrm>
            <a:off x="4221611" y="254010"/>
            <a:ext cx="37487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16129-B7E3-59E6-FBC2-8FD1609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823910"/>
            <a:ext cx="5400000" cy="29011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9F360F-194F-8AED-CFAC-AFE9353DA2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758" y="821964"/>
            <a:ext cx="4623242" cy="595601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20AFB1-B6A8-9D2D-0067-E88C87D66534}"/>
              </a:ext>
            </a:extLst>
          </p:cNvPr>
          <p:cNvSpPr txBox="1"/>
          <p:nvPr/>
        </p:nvSpPr>
        <p:spPr>
          <a:xfrm rot="16200000">
            <a:off x="4680679" y="3676862"/>
            <a:ext cx="2700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Mock**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53F6C9-EC64-3F6E-1CC0-C331AD4F6870}"/>
              </a:ext>
            </a:extLst>
          </p:cNvPr>
          <p:cNvSpPr txBox="1"/>
          <p:nvPr/>
        </p:nvSpPr>
        <p:spPr>
          <a:xfrm rot="5400000">
            <a:off x="5587214" y="3676863"/>
            <a:ext cx="2700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and Optimization**</a:t>
            </a:r>
          </a:p>
        </p:txBody>
      </p:sp>
    </p:spTree>
    <p:extLst>
      <p:ext uri="{BB962C8B-B14F-4D97-AF65-F5344CB8AC3E}">
        <p14:creationId xmlns:p14="http://schemas.microsoft.com/office/powerpoint/2010/main" val="635893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482FE-F9DF-3E12-7F1F-DC4392212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Future Work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C49C34-CAD2-D555-2A15-5572944DF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42028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9315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F9687-C24D-44E0-C0EF-9C881C6C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4587" y="2589085"/>
            <a:ext cx="4805996" cy="12971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00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7F1EE0E7-A58C-FAC7-2D1B-DBE21D0B58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9325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838</TotalTime>
  <Words>779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Times New Roman</vt:lpstr>
      <vt:lpstr>Office Theme</vt:lpstr>
      <vt:lpstr>Sant Dnyaneshwar Shikshan Sanstha's Annasaheb Dange College of Engineering and Technology (ADCET), Ashta (An Empowered Autonomous lnstitute affiliated to Shivaji University, Kolhapur)</vt:lpstr>
      <vt:lpstr>INTRODUCTION</vt:lpstr>
      <vt:lpstr>PROBLEM STATEMENT AND SCOPE OF THE PROJECT</vt:lpstr>
      <vt:lpstr>OBJECTIVES</vt:lpstr>
      <vt:lpstr>Progress Till Now</vt:lpstr>
      <vt:lpstr>Finalised IAQ Parameters</vt:lpstr>
      <vt:lpstr>PowerPoint Presentation</vt:lpstr>
      <vt:lpstr>Working Flow</vt:lpstr>
      <vt:lpstr>Expected Output/Dashboard</vt:lpstr>
      <vt:lpstr>PowerPoint Presentation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 Dnyaneshwar Shikshan Sanstha's Annasaheb Dange College of Engineering and Technology (ADCET), Ashta (An Empowered Autonomous lnstitute affiliated to Shivaji University, Kolhapur)</dc:title>
  <dc:creator>Akshii .</dc:creator>
  <cp:lastModifiedBy>Akshii .</cp:lastModifiedBy>
  <cp:revision>30</cp:revision>
  <dcterms:created xsi:type="dcterms:W3CDTF">2025-10-07T18:50:19Z</dcterms:created>
  <dcterms:modified xsi:type="dcterms:W3CDTF">2026-05-22T22:07:35Z</dcterms:modified>
</cp:coreProperties>
</file>